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6" r:id="rId24"/>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056" autoAdjust="0"/>
    <p:restoredTop sz="86428" autoAdjust="0"/>
  </p:normalViewPr>
  <p:slideViewPr>
    <p:cSldViewPr>
      <p:cViewPr varScale="1">
        <p:scale>
          <a:sx n="124" d="100"/>
          <a:sy n="124" d="100"/>
        </p:scale>
        <p:origin x="1428" y="102"/>
      </p:cViewPr>
      <p:guideLst/>
    </p:cSldViewPr>
  </p:slideViewPr>
  <p:outlineViewPr>
    <p:cViewPr>
      <p:scale>
        <a:sx n="33" d="100"/>
        <a:sy n="33" d="100"/>
      </p:scale>
      <p:origin x="0" y="0"/>
    </p:cViewPr>
  </p:outlin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dovic Sauthier (KSL)" userId="5bd0d2d1-f411-4f11-8356-658ab7dbe36c" providerId="ADAL" clId="{234E16A5-0882-44C5-A5CA-D6A3623DEFE8}"/>
    <pc:docChg chg="undo custSel addSld delSld modSld sldOrd">
      <pc:chgData name="Ludovic Sauthier (KSL)" userId="5bd0d2d1-f411-4f11-8356-658ab7dbe36c" providerId="ADAL" clId="{234E16A5-0882-44C5-A5CA-D6A3623DEFE8}" dt="2026-03-26T07:40:03.279" v="1239" actId="207"/>
      <pc:docMkLst>
        <pc:docMk/>
      </pc:docMkLst>
      <pc:sldChg chg="addSp modSp mod">
        <pc:chgData name="Ludovic Sauthier (KSL)" userId="5bd0d2d1-f411-4f11-8356-658ab7dbe36c" providerId="ADAL" clId="{234E16A5-0882-44C5-A5CA-D6A3623DEFE8}" dt="2026-03-26T07:36:48.907" v="1080" actId="164"/>
        <pc:sldMkLst>
          <pc:docMk/>
          <pc:sldMk cId="3295615134" sldId="275"/>
        </pc:sldMkLst>
        <pc:spChg chg="add mod">
          <ac:chgData name="Ludovic Sauthier (KSL)" userId="5bd0d2d1-f411-4f11-8356-658ab7dbe36c" providerId="ADAL" clId="{234E16A5-0882-44C5-A5CA-D6A3623DEFE8}" dt="2026-03-26T07:36:48.907" v="1080" actId="164"/>
          <ac:spMkLst>
            <pc:docMk/>
            <pc:sldMk cId="3295615134" sldId="275"/>
            <ac:spMk id="2" creationId="{F54D9633-B153-4A61-1F77-A1DF3E82A6BF}"/>
          </ac:spMkLst>
        </pc:spChg>
        <pc:spChg chg="add mod">
          <ac:chgData name="Ludovic Sauthier (KSL)" userId="5bd0d2d1-f411-4f11-8356-658ab7dbe36c" providerId="ADAL" clId="{234E16A5-0882-44C5-A5CA-D6A3623DEFE8}" dt="2026-03-26T07:36:48.907" v="1080" actId="164"/>
          <ac:spMkLst>
            <pc:docMk/>
            <pc:sldMk cId="3295615134" sldId="275"/>
            <ac:spMk id="3" creationId="{53FADFFD-9150-D98D-E433-EA6B23BE09AA}"/>
          </ac:spMkLst>
        </pc:spChg>
        <pc:grpChg chg="add mod">
          <ac:chgData name="Ludovic Sauthier (KSL)" userId="5bd0d2d1-f411-4f11-8356-658ab7dbe36c" providerId="ADAL" clId="{234E16A5-0882-44C5-A5CA-D6A3623DEFE8}" dt="2026-03-26T07:36:48.907" v="1080" actId="164"/>
          <ac:grpSpMkLst>
            <pc:docMk/>
            <pc:sldMk cId="3295615134" sldId="275"/>
            <ac:grpSpMk id="4" creationId="{245A644D-7DCC-DE7F-62AE-1D43493E5D54}"/>
          </ac:grpSpMkLst>
        </pc:grpChg>
        <pc:picChg chg="mod">
          <ac:chgData name="Ludovic Sauthier (KSL)" userId="5bd0d2d1-f411-4f11-8356-658ab7dbe36c" providerId="ADAL" clId="{234E16A5-0882-44C5-A5CA-D6A3623DEFE8}" dt="2026-03-26T07:36:48.907" v="1080" actId="164"/>
          <ac:picMkLst>
            <pc:docMk/>
            <pc:sldMk cId="3295615134" sldId="275"/>
            <ac:picMk id="9" creationId="{02A32C30-1D6C-BAAB-C2FB-29C125DC0BAF}"/>
          </ac:picMkLst>
        </pc:picChg>
      </pc:sldChg>
      <pc:sldChg chg="addSp delSp modSp new mod">
        <pc:chgData name="Ludovic Sauthier (KSL)" userId="5bd0d2d1-f411-4f11-8356-658ab7dbe36c" providerId="ADAL" clId="{234E16A5-0882-44C5-A5CA-D6A3623DEFE8}" dt="2026-03-26T07:17:04.823" v="833" actId="1076"/>
        <pc:sldMkLst>
          <pc:docMk/>
          <pc:sldMk cId="3575213462" sldId="276"/>
        </pc:sldMkLst>
        <pc:spChg chg="mod">
          <ac:chgData name="Ludovic Sauthier (KSL)" userId="5bd0d2d1-f411-4f11-8356-658ab7dbe36c" providerId="ADAL" clId="{234E16A5-0882-44C5-A5CA-D6A3623DEFE8}" dt="2026-03-26T06:52:01.784" v="299" actId="20577"/>
          <ac:spMkLst>
            <pc:docMk/>
            <pc:sldMk cId="3575213462" sldId="276"/>
            <ac:spMk id="2" creationId="{754574DE-7675-4DA6-55F3-8A6DEBDD0675}"/>
          </ac:spMkLst>
        </pc:spChg>
        <pc:spChg chg="del">
          <ac:chgData name="Ludovic Sauthier (KSL)" userId="5bd0d2d1-f411-4f11-8356-658ab7dbe36c" providerId="ADAL" clId="{234E16A5-0882-44C5-A5CA-D6A3623DEFE8}" dt="2026-03-26T06:52:04.549" v="300" actId="478"/>
          <ac:spMkLst>
            <pc:docMk/>
            <pc:sldMk cId="3575213462" sldId="276"/>
            <ac:spMk id="3" creationId="{9CEFD17E-7443-0AE1-DD39-C7938093F309}"/>
          </ac:spMkLst>
        </pc:spChg>
        <pc:spChg chg="add del mod">
          <ac:chgData name="Ludovic Sauthier (KSL)" userId="5bd0d2d1-f411-4f11-8356-658ab7dbe36c" providerId="ADAL" clId="{234E16A5-0882-44C5-A5CA-D6A3623DEFE8}" dt="2026-03-26T07:14:05.460" v="797" actId="478"/>
          <ac:spMkLst>
            <pc:docMk/>
            <pc:sldMk cId="3575213462" sldId="276"/>
            <ac:spMk id="9" creationId="{C8DC3B73-9BDD-0849-73F4-930FC19D6C08}"/>
          </ac:spMkLst>
        </pc:spChg>
        <pc:spChg chg="add mod">
          <ac:chgData name="Ludovic Sauthier (KSL)" userId="5bd0d2d1-f411-4f11-8356-658ab7dbe36c" providerId="ADAL" clId="{234E16A5-0882-44C5-A5CA-D6A3623DEFE8}" dt="2026-03-26T07:17:04.823" v="833" actId="1076"/>
          <ac:spMkLst>
            <pc:docMk/>
            <pc:sldMk cId="3575213462" sldId="276"/>
            <ac:spMk id="11" creationId="{B66BCC15-3366-1483-DD63-90C05231DB5D}"/>
          </ac:spMkLst>
        </pc:spChg>
        <pc:spChg chg="add mod">
          <ac:chgData name="Ludovic Sauthier (KSL)" userId="5bd0d2d1-f411-4f11-8356-658ab7dbe36c" providerId="ADAL" clId="{234E16A5-0882-44C5-A5CA-D6A3623DEFE8}" dt="2026-03-26T07:17:01.997" v="832" actId="14100"/>
          <ac:spMkLst>
            <pc:docMk/>
            <pc:sldMk cId="3575213462" sldId="276"/>
            <ac:spMk id="13" creationId="{38D3B317-7BB5-A0C1-C2C4-FF1F1521AC83}"/>
          </ac:spMkLst>
        </pc:spChg>
        <pc:graphicFrameChg chg="add mod modGraphic">
          <ac:chgData name="Ludovic Sauthier (KSL)" userId="5bd0d2d1-f411-4f11-8356-658ab7dbe36c" providerId="ADAL" clId="{234E16A5-0882-44C5-A5CA-D6A3623DEFE8}" dt="2026-03-26T07:15:35.226" v="809" actId="14734"/>
          <ac:graphicFrameMkLst>
            <pc:docMk/>
            <pc:sldMk cId="3575213462" sldId="276"/>
            <ac:graphicFrameMk id="4" creationId="{8363153B-5CFA-A059-9321-C72840CDE75A}"/>
          </ac:graphicFrameMkLst>
        </pc:graphicFrameChg>
        <pc:cxnChg chg="add del mod">
          <ac:chgData name="Ludovic Sauthier (KSL)" userId="5bd0d2d1-f411-4f11-8356-658ab7dbe36c" providerId="ADAL" clId="{234E16A5-0882-44C5-A5CA-D6A3623DEFE8}" dt="2026-03-26T07:15:40.411" v="811" actId="478"/>
          <ac:cxnSpMkLst>
            <pc:docMk/>
            <pc:sldMk cId="3575213462" sldId="276"/>
            <ac:cxnSpMk id="6" creationId="{6C5E812C-8A43-3750-BDD8-AD7E05EF11B3}"/>
          </ac:cxnSpMkLst>
        </pc:cxnChg>
        <pc:cxnChg chg="add del mod">
          <ac:chgData name="Ludovic Sauthier (KSL)" userId="5bd0d2d1-f411-4f11-8356-658ab7dbe36c" providerId="ADAL" clId="{234E16A5-0882-44C5-A5CA-D6A3623DEFE8}" dt="2026-03-26T07:13:49.914" v="792" actId="478"/>
          <ac:cxnSpMkLst>
            <pc:docMk/>
            <pc:sldMk cId="3575213462" sldId="276"/>
            <ac:cxnSpMk id="8" creationId="{4F60BDAC-A77A-FAC1-A23D-F44FDD7A4E75}"/>
          </ac:cxnSpMkLst>
        </pc:cxnChg>
      </pc:sldChg>
      <pc:sldChg chg="addSp delSp modSp new mod ord">
        <pc:chgData name="Ludovic Sauthier (KSL)" userId="5bd0d2d1-f411-4f11-8356-658ab7dbe36c" providerId="ADAL" clId="{234E16A5-0882-44C5-A5CA-D6A3623DEFE8}" dt="2026-03-26T07:38:13.039" v="1097" actId="1076"/>
        <pc:sldMkLst>
          <pc:docMk/>
          <pc:sldMk cId="2079223658" sldId="277"/>
        </pc:sldMkLst>
        <pc:spChg chg="del">
          <ac:chgData name="Ludovic Sauthier (KSL)" userId="5bd0d2d1-f411-4f11-8356-658ab7dbe36c" providerId="ADAL" clId="{234E16A5-0882-44C5-A5CA-D6A3623DEFE8}" dt="2026-03-26T07:18:38.613" v="835" actId="478"/>
          <ac:spMkLst>
            <pc:docMk/>
            <pc:sldMk cId="2079223658" sldId="277"/>
            <ac:spMk id="2" creationId="{19D974FE-B438-B3BB-727D-55BA1DA42EFB}"/>
          </ac:spMkLst>
        </pc:spChg>
        <pc:spChg chg="del">
          <ac:chgData name="Ludovic Sauthier (KSL)" userId="5bd0d2d1-f411-4f11-8356-658ab7dbe36c" providerId="ADAL" clId="{234E16A5-0882-44C5-A5CA-D6A3623DEFE8}" dt="2026-03-26T07:18:38.613" v="835" actId="478"/>
          <ac:spMkLst>
            <pc:docMk/>
            <pc:sldMk cId="2079223658" sldId="277"/>
            <ac:spMk id="3" creationId="{29F91E45-5CAA-A3A4-A70F-0FC75882E55F}"/>
          </ac:spMkLst>
        </pc:spChg>
        <pc:spChg chg="add mod">
          <ac:chgData name="Ludovic Sauthier (KSL)" userId="5bd0d2d1-f411-4f11-8356-658ab7dbe36c" providerId="ADAL" clId="{234E16A5-0882-44C5-A5CA-D6A3623DEFE8}" dt="2026-03-26T07:29:02.395" v="905" actId="207"/>
          <ac:spMkLst>
            <pc:docMk/>
            <pc:sldMk cId="2079223658" sldId="277"/>
            <ac:spMk id="5" creationId="{2D858879-BEF9-865E-6CA3-8BB6E3703B64}"/>
          </ac:spMkLst>
        </pc:spChg>
        <pc:spChg chg="add mod">
          <ac:chgData name="Ludovic Sauthier (KSL)" userId="5bd0d2d1-f411-4f11-8356-658ab7dbe36c" providerId="ADAL" clId="{234E16A5-0882-44C5-A5CA-D6A3623DEFE8}" dt="2026-03-26T07:29:12.409" v="907" actId="207"/>
          <ac:spMkLst>
            <pc:docMk/>
            <pc:sldMk cId="2079223658" sldId="277"/>
            <ac:spMk id="7" creationId="{8BFDABDA-3D6D-877A-27EC-4EA57D4984C2}"/>
          </ac:spMkLst>
        </pc:spChg>
        <pc:spChg chg="add mod">
          <ac:chgData name="Ludovic Sauthier (KSL)" userId="5bd0d2d1-f411-4f11-8356-658ab7dbe36c" providerId="ADAL" clId="{234E16A5-0882-44C5-A5CA-D6A3623DEFE8}" dt="2026-03-26T07:22:54.123" v="854" actId="14100"/>
          <ac:spMkLst>
            <pc:docMk/>
            <pc:sldMk cId="2079223658" sldId="277"/>
            <ac:spMk id="8" creationId="{4D883CC7-D613-68EE-EE6E-4732AD196BB1}"/>
          </ac:spMkLst>
        </pc:spChg>
        <pc:spChg chg="add mod">
          <ac:chgData name="Ludovic Sauthier (KSL)" userId="5bd0d2d1-f411-4f11-8356-658ab7dbe36c" providerId="ADAL" clId="{234E16A5-0882-44C5-A5CA-D6A3623DEFE8}" dt="2026-03-26T07:23:12.713" v="865" actId="1076"/>
          <ac:spMkLst>
            <pc:docMk/>
            <pc:sldMk cId="2079223658" sldId="277"/>
            <ac:spMk id="9" creationId="{2A4E8045-D84E-8587-6928-A8491BB67489}"/>
          </ac:spMkLst>
        </pc:spChg>
        <pc:spChg chg="add mod">
          <ac:chgData name="Ludovic Sauthier (KSL)" userId="5bd0d2d1-f411-4f11-8356-658ab7dbe36c" providerId="ADAL" clId="{234E16A5-0882-44C5-A5CA-D6A3623DEFE8}" dt="2026-03-26T07:28:13.362" v="898" actId="207"/>
          <ac:spMkLst>
            <pc:docMk/>
            <pc:sldMk cId="2079223658" sldId="277"/>
            <ac:spMk id="11" creationId="{3EEB412B-F9E0-8372-2C17-A61C48118995}"/>
          </ac:spMkLst>
        </pc:spChg>
        <pc:spChg chg="add mod">
          <ac:chgData name="Ludovic Sauthier (KSL)" userId="5bd0d2d1-f411-4f11-8356-658ab7dbe36c" providerId="ADAL" clId="{234E16A5-0882-44C5-A5CA-D6A3623DEFE8}" dt="2026-03-26T07:28:19.473" v="900" actId="207"/>
          <ac:spMkLst>
            <pc:docMk/>
            <pc:sldMk cId="2079223658" sldId="277"/>
            <ac:spMk id="16" creationId="{BA66004B-3287-8DCC-8755-13F62C5BBB32}"/>
          </ac:spMkLst>
        </pc:spChg>
        <pc:spChg chg="mod">
          <ac:chgData name="Ludovic Sauthier (KSL)" userId="5bd0d2d1-f411-4f11-8356-658ab7dbe36c" providerId="ADAL" clId="{234E16A5-0882-44C5-A5CA-D6A3623DEFE8}" dt="2026-03-26T07:36:54.064" v="1082"/>
          <ac:spMkLst>
            <pc:docMk/>
            <pc:sldMk cId="2079223658" sldId="277"/>
            <ac:spMk id="22" creationId="{B09FD4B6-1D77-6124-A9D0-3E1C190ABB7C}"/>
          </ac:spMkLst>
        </pc:spChg>
        <pc:spChg chg="mod">
          <ac:chgData name="Ludovic Sauthier (KSL)" userId="5bd0d2d1-f411-4f11-8356-658ab7dbe36c" providerId="ADAL" clId="{234E16A5-0882-44C5-A5CA-D6A3623DEFE8}" dt="2026-03-26T07:36:54.064" v="1082"/>
          <ac:spMkLst>
            <pc:docMk/>
            <pc:sldMk cId="2079223658" sldId="277"/>
            <ac:spMk id="23" creationId="{A474FA2F-6BED-0051-0923-016395996B66}"/>
          </ac:spMkLst>
        </pc:spChg>
        <pc:spChg chg="add mod">
          <ac:chgData name="Ludovic Sauthier (KSL)" userId="5bd0d2d1-f411-4f11-8356-658ab7dbe36c" providerId="ADAL" clId="{234E16A5-0882-44C5-A5CA-D6A3623DEFE8}" dt="2026-03-26T07:38:13.039" v="1097" actId="1076"/>
          <ac:spMkLst>
            <pc:docMk/>
            <pc:sldMk cId="2079223658" sldId="277"/>
            <ac:spMk id="25" creationId="{3975E73A-BA16-A317-BAEF-04051885D1FC}"/>
          </ac:spMkLst>
        </pc:spChg>
        <pc:grpChg chg="add del mod">
          <ac:chgData name="Ludovic Sauthier (KSL)" userId="5bd0d2d1-f411-4f11-8356-658ab7dbe36c" providerId="ADAL" clId="{234E16A5-0882-44C5-A5CA-D6A3623DEFE8}" dt="2026-03-26T07:36:59.118" v="1084" actId="478"/>
          <ac:grpSpMkLst>
            <pc:docMk/>
            <pc:sldMk cId="2079223658" sldId="277"/>
            <ac:grpSpMk id="20" creationId="{B66A1557-8F43-8050-4AA0-7ED476AF8085}"/>
          </ac:grpSpMkLst>
        </pc:grpChg>
        <pc:picChg chg="add del mod">
          <ac:chgData name="Ludovic Sauthier (KSL)" userId="5bd0d2d1-f411-4f11-8356-658ab7dbe36c" providerId="ADAL" clId="{234E16A5-0882-44C5-A5CA-D6A3623DEFE8}" dt="2026-03-26T07:36:53.675" v="1081" actId="478"/>
          <ac:picMkLst>
            <pc:docMk/>
            <pc:sldMk cId="2079223658" sldId="277"/>
            <ac:picMk id="19" creationId="{C4B0DABC-2780-CE8A-09AC-ACBD8964692E}"/>
          </ac:picMkLst>
        </pc:picChg>
        <pc:picChg chg="mod">
          <ac:chgData name="Ludovic Sauthier (KSL)" userId="5bd0d2d1-f411-4f11-8356-658ab7dbe36c" providerId="ADAL" clId="{234E16A5-0882-44C5-A5CA-D6A3623DEFE8}" dt="2026-03-26T07:36:54.064" v="1082"/>
          <ac:picMkLst>
            <pc:docMk/>
            <pc:sldMk cId="2079223658" sldId="277"/>
            <ac:picMk id="21" creationId="{381D8659-3A80-D545-D474-ABD55BAB5B1D}"/>
          </ac:picMkLst>
        </pc:picChg>
        <pc:picChg chg="add mod">
          <ac:chgData name="Ludovic Sauthier (KSL)" userId="5bd0d2d1-f411-4f11-8356-658ab7dbe36c" providerId="ADAL" clId="{234E16A5-0882-44C5-A5CA-D6A3623DEFE8}" dt="2026-03-26T07:37:07.996" v="1087" actId="1076"/>
          <ac:picMkLst>
            <pc:docMk/>
            <pc:sldMk cId="2079223658" sldId="277"/>
            <ac:picMk id="24" creationId="{7F0AFC0A-CF07-00BF-52D4-F115670262D2}"/>
          </ac:picMkLst>
        </pc:picChg>
        <pc:cxnChg chg="add mod">
          <ac:chgData name="Ludovic Sauthier (KSL)" userId="5bd0d2d1-f411-4f11-8356-658ab7dbe36c" providerId="ADAL" clId="{234E16A5-0882-44C5-A5CA-D6A3623DEFE8}" dt="2026-03-26T07:27:32.197" v="888" actId="14100"/>
          <ac:cxnSpMkLst>
            <pc:docMk/>
            <pc:sldMk cId="2079223658" sldId="277"/>
            <ac:cxnSpMk id="13" creationId="{2ED23409-B0A8-2703-BE67-C51583965068}"/>
          </ac:cxnSpMkLst>
        </pc:cxnChg>
        <pc:cxnChg chg="add del">
          <ac:chgData name="Ludovic Sauthier (KSL)" userId="5bd0d2d1-f411-4f11-8356-658ab7dbe36c" providerId="ADAL" clId="{234E16A5-0882-44C5-A5CA-D6A3623DEFE8}" dt="2026-03-26T07:28:00.924" v="896" actId="478"/>
          <ac:cxnSpMkLst>
            <pc:docMk/>
            <pc:sldMk cId="2079223658" sldId="277"/>
            <ac:cxnSpMk id="18" creationId="{B6AC2ECB-12DE-DEC0-8681-DABBA5BC398F}"/>
          </ac:cxnSpMkLst>
        </pc:cxnChg>
      </pc:sldChg>
      <pc:sldChg chg="addSp delSp modSp new mod">
        <pc:chgData name="Ludovic Sauthier (KSL)" userId="5bd0d2d1-f411-4f11-8356-658ab7dbe36c" providerId="ADAL" clId="{234E16A5-0882-44C5-A5CA-D6A3623DEFE8}" dt="2026-03-26T07:40:03.279" v="1239" actId="207"/>
        <pc:sldMkLst>
          <pc:docMk/>
          <pc:sldMk cId="2600281542" sldId="278"/>
        </pc:sldMkLst>
        <pc:spChg chg="del">
          <ac:chgData name="Ludovic Sauthier (KSL)" userId="5bd0d2d1-f411-4f11-8356-658ab7dbe36c" providerId="ADAL" clId="{234E16A5-0882-44C5-A5CA-D6A3623DEFE8}" dt="2026-03-26T07:29:24.392" v="909" actId="478"/>
          <ac:spMkLst>
            <pc:docMk/>
            <pc:sldMk cId="2600281542" sldId="278"/>
            <ac:spMk id="2" creationId="{063FA184-0BC5-E182-0CCD-3F3A87A563EE}"/>
          </ac:spMkLst>
        </pc:spChg>
        <pc:spChg chg="del">
          <ac:chgData name="Ludovic Sauthier (KSL)" userId="5bd0d2d1-f411-4f11-8356-658ab7dbe36c" providerId="ADAL" clId="{234E16A5-0882-44C5-A5CA-D6A3623DEFE8}" dt="2026-03-26T07:29:24.392" v="909" actId="478"/>
          <ac:spMkLst>
            <pc:docMk/>
            <pc:sldMk cId="2600281542" sldId="278"/>
            <ac:spMk id="3" creationId="{E394BEF0-9209-0A92-8CC7-5B53BB5AD1E7}"/>
          </ac:spMkLst>
        </pc:spChg>
        <pc:spChg chg="add mod">
          <ac:chgData name="Ludovic Sauthier (KSL)" userId="5bd0d2d1-f411-4f11-8356-658ab7dbe36c" providerId="ADAL" clId="{234E16A5-0882-44C5-A5CA-D6A3623DEFE8}" dt="2026-03-26T07:38:39.608" v="1130" actId="207"/>
          <ac:spMkLst>
            <pc:docMk/>
            <pc:sldMk cId="2600281542" sldId="278"/>
            <ac:spMk id="5" creationId="{ABD402DD-1D9D-6660-5EA0-440C5662933B}"/>
          </ac:spMkLst>
        </pc:spChg>
        <pc:spChg chg="add mod">
          <ac:chgData name="Ludovic Sauthier (KSL)" userId="5bd0d2d1-f411-4f11-8356-658ab7dbe36c" providerId="ADAL" clId="{234E16A5-0882-44C5-A5CA-D6A3623DEFE8}" dt="2026-03-26T07:38:28.829" v="1125" actId="1036"/>
          <ac:spMkLst>
            <pc:docMk/>
            <pc:sldMk cId="2600281542" sldId="278"/>
            <ac:spMk id="6" creationId="{A3F003ED-3603-AAB8-4355-38419145609F}"/>
          </ac:spMkLst>
        </pc:spChg>
        <pc:spChg chg="add mod">
          <ac:chgData name="Ludovic Sauthier (KSL)" userId="5bd0d2d1-f411-4f11-8356-658ab7dbe36c" providerId="ADAL" clId="{234E16A5-0882-44C5-A5CA-D6A3623DEFE8}" dt="2026-03-26T07:40:03.279" v="1239" actId="207"/>
          <ac:spMkLst>
            <pc:docMk/>
            <pc:sldMk cId="2600281542" sldId="278"/>
            <ac:spMk id="10" creationId="{6E8F3CC8-D88F-D2FD-5C15-AE82C58A3E6B}"/>
          </ac:spMkLst>
        </pc:spChg>
        <pc:spChg chg="add mod">
          <ac:chgData name="Ludovic Sauthier (KSL)" userId="5bd0d2d1-f411-4f11-8356-658ab7dbe36c" providerId="ADAL" clId="{234E16A5-0882-44C5-A5CA-D6A3623DEFE8}" dt="2026-03-26T07:38:15.179" v="1098"/>
          <ac:spMkLst>
            <pc:docMk/>
            <pc:sldMk cId="2600281542" sldId="278"/>
            <ac:spMk id="11" creationId="{E7B5AF61-88D1-25D5-6337-C734B4F6E3D8}"/>
          </ac:spMkLst>
        </pc:spChg>
        <pc:cxnChg chg="add del">
          <ac:chgData name="Ludovic Sauthier (KSL)" userId="5bd0d2d1-f411-4f11-8356-658ab7dbe36c" providerId="ADAL" clId="{234E16A5-0882-44C5-A5CA-D6A3623DEFE8}" dt="2026-03-26T07:32:25.382" v="989" actId="478"/>
          <ac:cxnSpMkLst>
            <pc:docMk/>
            <pc:sldMk cId="2600281542" sldId="278"/>
            <ac:cxnSpMk id="8" creationId="{B98B4ECC-C2A4-2AF9-AE87-075FC7CF84A6}"/>
          </ac:cxnSpMkLst>
        </pc:cxn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14:03.792"/>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29 783 0,'0'0'1095'0,"0"0"54"0,0 0 37 0,0 0-11 0,0 0-355 0,0 0-255 0,0 3-209 16,0-3-113-16,0 0-72 0,0 0-53 16,0 0-35-16,0 0-20 0,0 0-12 15,0 0-10-15,19 0-1 0,-19 0 22 16,0 0 24-16,15 0 11 0,-15 0 6 15,3 4 7-15,-3-4 13 16,0 0 26-16,0 0 15 0,0 3 3 16,0-3 15-16,0 0 14 0,0 0 13 0,0 0 11 15,0 0-9-15,0 0-20 0,0 0 55 16,0 0-3-16,0 0-30 0,0 0-35 16,0 0-39-16,0 0-40 0,0 0-32 15,0 0-30-15,0 0-32 0,0 0-20 16,0 0-5-16,0 0 2 0,0 0 2 15,0 0 2-15,0 0 24 16,0 0 40-16,11 5 33 0,-11-5 17 16,15 0 8-16,-15 0 15 0,11 5 13 15,-11-5-5-15,0 0-17 0,0 0-15 16,11 0-6-16,-11 0-8 16,12 0-16-16,-1-5-8 0,-11 5-8 15,7 0-13-15,4 0-14 0,4-5-7 16,-4 5-3-16,11 0-4 0,-11 0-5 15,4 0-9-15,-4 0-1 16,12-3 7-16,-5-1-1 0,-7 4-5 0,4 0 6 0,-4 0-1 16,0 0 1-16,0-3-2 15,-11 3-4-15,15 0-1 0,-4 0-1 16,0 0 8-16,1 0 1 0,-1 0-1 16,-11 0 4-16,7 0 7 0,4 0 4 15,0 0 1-15,4 0-2 0,-4 0 0 16,0 0 1-16,0 0-3 15,-3 0-2-15,3 0-2 0,-11 0-2 16,11 0-2-16,8 0 2 16,-19 0 2-16,14 0 0 0,-10 0 1 0,7 0 0 15,4 0-2-15,-4 0 1 0,-11 0 2 0,11 0-3 16,0 0-1-16,0 0 1 0,-3 0 1 16,3 0 4-16,4 0-1 15,-4 0 0-15,0 0 2 0,11 0 4 16,-7 0 4-16,-4 0-2 0,0 0-4 15,-11 0 3-15,11 0-2 0,4 0-3 16,-11 0-6-16,7 0-7 16,-11 0-2-16,15 0-4 0,-15 0 0 15,0 0-2-15,0 0 1 0,11 0 0 16,0 0-1-16,0 0 1 0,4 0 3 16,7 0 3-16,-22 0 0 15,11 0-5-15,-11 0 2 0,11 0 0 16,-3 0-1-16,3 0-2 0,15 0 1 0,-15 3 4 15,0-3 7-15,8 4 0 0,-8-1 3 16,7-3 2-16,-7 5 1 0,-11-5 1 16,15 0-3-16,-11 0-2 0,7 0 2 15,4 0-2-15,-4 0 0 16,-11 0-4-16,0 0-2 0,0 0-5 16,0 0-6-16,0 0-3 0,0 0 4 15,0 0-1-15,11 0 4 0,-11 0 2 16,0 0 1-16,0 0 0 0,11 0 1 15,-11 0 1-15,11 0 2 16,-3 0 3-16,3 0 2 0,-11 0 2 16,15-5 3-16,-15 5 3 0,0 0 0 15,11 0-1-15,-11 0 2 16,11-3 1-16,-11 3-3 0,11-4-3 0,0 4-2 0,-11 0-2 16,0 0-6-16,15 0-7 0,-15 0 3 15,11-3 3-15,0 3 2 16,0 0 1-16,-11 0 1 0,19-5-3 15,-19 5-2-15,11-5 1 0,4 5-1 16,-4 0-4-16,11-3-1 0,-7 3 3 16,-15 0 5-16,0 0-1 15,0 0 1-15,0 0 1 0,3-4-1 16,-3 4 2-16,0 0-2 0,0 0 1 16,0 0-2-16,0 0-7 0,0 0-5 15,0 0-6-15,0 0-3 16,0 0-4-16,0 0 1 0,0 0 1 15,0 0 3-15,0 0 4 0,0 0 8 16,0 0 5-16,0 0 4 0,0 0 4 0,0 0 1 16,0 0 1-16,0 0 2 0,0 0 1 15,0 0 0-15,0 0-1 0,0 0 1 16,0 0 0-16,0 0-4 16,0 0 1-16,0 0-2 0,0 0-1 15,0 0-4-15,0 0-4 0,0 0-3 16,0 0 0-16,0 0 1 0,0 0-1 15,0 0 0-15,0 0 3 16,0 0 3-16,0 0 4 0,0 0 2 16,0 0 2-16,0 0 0 0,0 0-1 15,0 0 0-15,0 0-4 0,0 0-1 16,0 0-3-16,0 0-3 0,0 0-2 0,0 0 0 16,0 0 1-16,0 0-1 0,0 0 0 15,0 0 2-15,12 0 1 16,-12 0 3-16,0 0-1 0,0 0 1 15,0 0 0-15,0 0 0 0,0 0 1 16,0 0-2-16,0 0-3 16,0 0-2-16,0 0 3 0,0 0 0 0,0 0-2 15,0 0-1-15,0 0 0 16,0 0-1-16,0 0 0 16,0 0 1-16,0 0 0 0,0 0 1 0,0 0 4 15,0 0 3-15,7-4 1 0,-7 4 4 16,0 0 2-16,0 0 2 15,0 0 2-15,0 0 1 0,0 0-1 0,0 0-1 0,0 0 1 16,0 0-2-16,0 0-2 16,0 0-1-16,0 0 0 0,0 0-1 15,0 0-1-15,0 0-2 0,0 0-3 16,0 0-4-16,0 0-2 16,0 0-3-16,0 0 0 0,0 0-1 15,0 0 4-15,0 0 0 0,0 0 4 16,0 0 3-16,0 0 1 0,0 0 1 15,0 0-2-15,0 0-2 0,0 0 1 16,0 0-1-16,0 0-6 16,0 0 1-16,0 0 0 0,0 0-1 15,0 0 0-15,0 0-1 0,0 0-1 0,0 0 1 16,0 0-2-16,0 0 1 0,0 0-1 16,0 0 1-16,0 0 1 0,0 0 1 15,0 0 0-15,0 0 5 0,0 0-4 16,0 0 1-16,0 0-2 15,0 0-4-15,0 0-1 0,0 0 0 16,0 0-3-16,0 0 0 0,0 0 3 16,0 0 2-16,0 0 4 0,0 0 2 15,0 0 2-15,0 0 1 16,0 0 0-16,0 0-2 0,0 0 2 16,0 0 0-16,0 0-1 0,0 0 4 0,0 0-3 15,0 0-1-15,0 0 2 16,0 0-2-16,0 0-4 0,0 0 0 0,0 0-1 15,0 0-3 1,0 0 2-16,0 0-1 0,0 0-1 0,0 0 1 16,0 0 0-16,0 0 0 0,0 0 1 15,0 0 2-15,0 0 3 0,0 0 2 16,0 0 2-16,0 0 3 0,0 0 3 16,0 0 3-16,0 0 1 0,0 0-3 15,0 0-1-15,0 0-3 16,0 0-4-16,0 0-2 0,0 0-6 15,0 0-2-15,0 0 1 0,0 0-2 16,0 0 2-16,0 0-2 0,0 0 0 16,0 0 0-16,0 0 0 15,0 0-1-15,0 0 1 0,0 0-1 16,0 0 0-16,7-4-2 0,-7 4-1 0,0 0 0 16,0 0 2-16,0 0-2 0,0 0 3 15,0 0 0-15,0 0-1 16,0 0 4-16,0 0 1 0,0 0 1 0,0 0 3 15,0 0-1-15,0 0 2 16,0 0-1-16,0 0 1 0,0 0-3 16,0 0 0-16,0 0-1 0,0 0 1 15,0 0-4-15,0 0 3 0,0 0-1 16,0 0 0-16,0 0-1 16,0 0-4-16,0 0 0 0,0 0 12 15,0 0 10-15,11 0 4 0,1 0-1 0,-1 0 4 16,-11 0-1-16,0 0 4 0,11 0-7 15,-11 0-12-15,7-3 2 0,4 3-1 16,-11 0 5-16,0 0-2 0,0 0-1 16,0 0-6-16,0 0-5 15,0 0-3-15,0 0-2 0,0 0-6 16,0 0-2-16,0 0 1 0,0 0 0 16,0 0 3-16,0 0 6 0,0 0 3 15,15 0 8-15,-15 0 5 0,0 0-1 16,0 0 1-1,0 0 1-15,0 0-3 0,0 0-2 0,0 0-3 16,0 0-5-16,0 0-3 0,11 0-2 16,-11 0 3-16,11 0 3 15,0 0 1-15,1 0-2 0,-12 0-1 16,14 0 1-16,-14 0 3 0,12 0-4 0,-12 0-4 16,7 3 3-16,-3-3 1 0,-4 0 5 15,0 0 3-15,0 0 3 0,0 0-2 16,0 0 1-16,0 0-1 0,0 0 1 15,0 0-2-15,0 0-7 0,0 0-4 16,0 0-4-16,0 0-4 16,0 0-3-16,0 0-4 0,11 4 6 15,-11-4 9-15,7 4 7 0,-7-4 2 16,8 0 0-16,-5 4 5 0,-3-4 5 16,11 3-3-16,-11-3-5 15,8 0-3-15,-8 0 3 0,0 0 2 16,0 0-2-16,0 0 2 0,0 0-1 0,0 0 2 15,0 0-2-15,0 0 1 0,0 0-2 16,0 0-1-16,0 0-3 16,0 0-3-16,0 0-3 0,0 0-3 0,0 0-2 31,0 0-2-31,0 0 2 0,0 0-1 0,0 0 1 0,0 0 0 16,0 0 2-16,0 0 0 0,0 0 4 15,7 5 2-15,-7-5 9 0,0 0 3 16,0 0 6-16,0 0 7 15,0 0 4-15,0 0 6 0,0 0 3 16,0 0-2-16,0 0 0 0,0 0 1 16,0 0-1-16,0 0-3 0,0 0-4 15,0 0-13-15,0 0-26 0,0 0-71 16,-15 5-155-16,-7 5-280 16,-19 3-372-16,-14 12-960 0,7-2-167 0,-12 5-252 0,9-3 524 15,2-18 60-15,12-11 126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14:07.371"/>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0 1313 0,'0'0'1115'0,"0"0"45"0,0 0 33 0,0 0-222 0,0 0-291 0,0 0-191 0,0 0-167 15,0 0-78-15,0 0-40 0,0 0-21 16,0 0-10-16,0 0-2 0,0 0 4 16,0 0 11-16,0 0 10 0,0 0 4 0,0 0 2 15,0 0-4-15,0 0 0 0,0 0 0 16,0 0 2-16,0 0-6 16,0 0 35-16,0 0 31 0,0 0-18 15,0 0-25-15,0 0-32 0,0 0-40 16,0 0-41-16,0 0-40 0,8 4-3 15,-8 0 12-15,18 8 3 0,-7-4 5 16,8 4 10-16,-8-4 17 16,7-4 18-16,-10 0-16 0,7 0-22 15,-8-1-6-15,4-3-3 0,-11 0 0 16,0 0 2-16,11 0 1 0,-11 0-4 0,0 0-2 16,8 0-2-16,10 0-10 0,-18 0-15 15,11 0-9-15,0 0-9 0,-3 0-5 16,10 0-5-16,-7 0-11 0,12 0-4 15,-9 0 3-15,-2 0 3 0,-1 0 0 16,15 0 2-16,-12 0 2 16,-6 0 5-16,3 0 5 0,0 0 4 15,15 0 2-15,-15 0 1 0,0 0 3 16,8-3-2-16,-8-1-1 0,4 4-5 16,-4-4-7-16,-11 4-10 15,11 0-3-15,-11 0-5 0,29 0-6 16,-17 4-3-16,6-4 1 0,-7 4-1 15,4-1 4-15,4 2-4 0,-8 0 4 16,0-5-1-16,-4 3 0 0,-7-3-1 0,11 4 1 16,-11-4 2-16,11 0 0 0,0 0-2 15,4 3 1-15,-15-3 2 0,11 0-2 16,1 0-1-16,-1 0 2 16,0 5-1-16,-4-5 1 0,-7 0 0 15,11 0-1-15,0 3-1 0,4-3 1 16,-4 0 0-16,12 10 1 0,-16-10-3 15,11 3 1-15,-6-3 3 0,-1 4 1 16,-4-4 1-16,-7 0-5 0,11 3 4 16,-11-3-1-16,0 0 2 15,11 0 2-15,-11 0 4 0,15 0 2 16,-4 0 1-16,0 0 0 0,12 0 1 16,-16 0-1-16,4 0-4 0,19 0-7 15,-23 0-3-15,15 0 0 0,-7 0 0 0,7 0 1 16,-11 0-1-16,-3 5 0 15,3-5 3-15,0 5 2 0,15-5-1 16,-15 3-1-16,0 1 1 0,4-4 2 0,-15 0 1 16,11 0 0-16,-11 0 0 15,11 0 2-15,0 0-1 0,0 0-1 16,-11 0 0-16,8 0 1 0,10 0 0 16,-6 0-1-16,-1 0-3 0,3 0-2 15,1 0 1-15,-7 0-3 0,21 0 1 16,-18 0-1-16,19 0-1 15,-11 0 2-15,-8 4 2 0,15-4 3 0,-15 0 0 16,7 0 2-16,1 0 1 16,-8 0 1-16,-11 0 1 0,11 0 3 0,0 0 0 15,4 0-2-15,-15 0-1 16,11-4-2-16,-11 4-2 0,0 0-4 0,11 0-1 16,-11 0-1-16,11 0 1 0,-11 0 0 15,8 0 3-15,3 0 1 16,7 0-1-16,-7 0-1 0,0 0 2 15,8 0-5-15,-12 0 7 0,23 0 0 16,-19 0 0-16,0 0 2 0,-3 0 0 16,3 0 3-16,-11 0 1 0,26 0 0 15,-26 0-3-15,11 0-3 0,0 0-2 0,15 0 1 16,-15 0-3 0,11-4-1-16,-22 4-2 0,8 0-4 0,3 0 2 15,0 0 4-15,15 0-1 0,-4 0 2 16,-11-3 0-16,-4 3 2 0,5 0 0 15,-12 0 0-15,29 0-1 0,-21 0 4 16,3-5 2-16,15 0 0 16,-26 5 0-16,11 0 1 0,11-3-1 15,-15 3-1-15,-7 0-5 0,12-4-3 16,13 1 1-16,-13 3 1 0,-1 0-3 16,0 0-1-16,4 0 0 0,-4-5 3 15,11 5-3-15,-11-5 1 0,8 5 0 0,-8 0 1 16,15-3 1-16,-26 3-1 15,11 0 1-15,0 0 0 0,4 0 0 0,7-5-2 16,-22 5 1-16,11 0-1 16,-11 0 0-16,0 0-1 0,7 0 0 15,-7 0 1-15,0 0 0 0,0 0-1 16,0 0-2-16,11 0 2 0,-11 0 3 16,0 0 2-16,12 0-2 0,2 0 1 15,-2 0 2-15,-1-3-1 16,0 3-2-16,0 0 2 0,-4 0-4 15,4 0 1-15,19 0-2 0,-23 0-1 16,4 0 0-16,-11 0 0 0,12 0-1 16,2 0 1-16,-14 0-1 0,12 0 3 0,-1 0 2 15,-11 0 1 1,0 0 0-16,0 0 2 0,11 0-1 0,-11 0-2 0,0 0 1 16,7 0 2-16,4 0-1 15,0 0 0-15,4 0-2 0,7 0 1 16,-10 0-2-16,2 0-1 0,9 0 0 15,-12 0-4-15,-11 0-2 0,11 0 3 16,-4 0-2-16,4 0 1 0,0 0 4 16,15 0-1-16,4 0 6 15,-19 0 1-15,0 0-2 0,-3 0 1 16,3 0 0-16,-11 0 0 0,0 0-6 16,0 0 0-16,15 0 0 0,-15 0 3 15,11 3-2-15,-11-3-1 0,11 0 3 0,0 5 0 16,-11-5 1-16,11 3 1 0,-11-3-1 15,7 0 2-15,4 0-1 0,1 5-2 16,14 0 2-16,-26-5-2 16,11 0-2-16,0 0 4 0,4 0-2 15,-15 0-2-15,0 0 4 0,0 0-2 16,0 0 0-16,0 0-3 0,11 3 0 16,-11-3 1-16,0 0-1 0,0 0 0 15,11 4 0-15,0-4 1 16,-11 0 2-16,18 3-2 0,-6-3 4 15,2 5-1-15,-3 0-1 0,12-2-1 16,-12 1-1-16,15 0 2 0,-4 0-2 16,-15-1 0-16,16 2-1 15,-9 0 3-15,-3-5 3 0,1 0-1 0,-12 0-1 16,0 0 0-16,0 0 1 0,0 0-2 16,0 0-3-16,0 0-1 0,0 0-3 15,0 0 3-15,11 0 1 0,-4 0 3 16,4 0 3-16,8 0-2 0,-19 0 3 15,0 0 3-15,0 0-1 0,0 0-1 16,0 0 1-16,11 0 5 16,-11 0 5-16,0 0 4 0,0 0 5 15,0 0-2-15,0 0-1 0,0 0-2 16,0 0-2-16,0 0-5 0,0 0-5 16,0 0 0-16,0 0-1 0,0 0 1 15,0 0-1-15,0 0-3 16,0 0 0-16,0 0-14 0,0 0-24 0,0 0-27 0,0 0-35 15,0 0-47-15,0 0-132 16,0 0-260-16,-33 0-304 0,-1-5-376 16,5-3-523-16,-16 0-388 0,-3-4 227 15,11 4 238-15,7 8 116 0,-10 0 154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14:13.084"/>
    </inkml:context>
    <inkml:brush xml:id="br0">
      <inkml:brushProperty name="width" value="0.2" units="cm"/>
      <inkml:brushProperty name="height" value="0.4" units="cm"/>
      <inkml:brushProperty name="color" value="#FF00FF"/>
      <inkml:brushProperty name="tip" value="rectangle"/>
      <inkml:brushProperty name="rasterOp" value="maskPen"/>
      <inkml:brushProperty name="fitToCurve" value="1"/>
    </inkml:brush>
  </inkml:definitions>
  <inkml:trace contextRef="#ctx0" brushRef="#br0">171 15 665 0,'-8'-3'1034'0,"1"-1"74"0,-4 4 44 0,7-3-90 0,4 3-287 15,-7-5-236-15,7 5-120 0,0 0-148 16,0 0-98-16,-12 0-59 0,12 0-34 15,0 0-19-15,0 0-7 0,-14 0 9 0,14 0 15 16,0 0 20-16,0 0 11 0,0 0 7 16,0 0 5-16,0 0 2 0,0 0-8 15,0 0-12-15,0 0-19 0,0 0-8 16,0 0-10-16,0 0-14 0,0 0-13 16,-11 0-11-16,7 0-15 0,-4 5-17 15,-10-2-12 1,7 4-2-16,-8 3 1 0,8-7 0 0,0 1-6 0,4 0 3 15,-1-4 9-15,8 0 8 0,0 0 2 16,0 0 0-16,0 0-1 0,0 0 3 16,0 0 8-16,0 0 18 0,0 0 20 0,0 0 16 15,0 0 16-15,0 0 18 16,0 0 14-16,0 0 2 16,0 0-18-16,0 0-23 0,0 0-21 0,0 0-20 0,0 0-17 15,0 0-14-15,0 0 2 0,0 0 10 16,0 0 22-16,0 0 23 0,0 0-9 15,0 0-12-15,8 4 2 0,10-4 4 16,-18 0 2-16,22 3-8 0,-7-3-12 16,-11 5 23-16,7-5 22 0,8 8-2 15,-12-8 3-15,4 7-3 16,0-7-6-16,4 5 17 0,0 0 15 16,-8-2-4-16,4 1 6 0,8 0-3 15,-8 0-10-15,-11-4 5 0,0 0-3 16,7 3-7-16,-7-3-3 0,0 0-8 0,0 0-12 15,0 0-1-15,11 0 4 0,-11 0 3 16,12 0 4 0,-12 0 4-16,18 5-3 0,-18-5 1 0,26 5 21 15,-15-2 9-15,11 1 17 0,-7-4 12 16,-11 0-7-16,-4 0 2 0,29 0-5 16,-17 0-29-16,-5 0-23 0,-7 0-34 15,11 0-28-15,15 3-1 0,-4 2 5 16,-3-2 1-16,-1 2-1 15,-7 3 0-15,12-4-3 0,-9-1 5 16,5 7 0-16,-15-10-3 0,3 3 6 16,4-3 3-16,-11 0 10 0,0 0 15 0,22 0 12 15,-7 0 2 1,-11-3-7-16,11 3-5 0,-12-5-5 0,9 0-3 16,-12 5-16-16,14 0-19 0,-14 0-8 15,15 0 2-15,-7 5 1 0,3-5-1 16,15 5 3-16,-15-5-1 0,11 3 4 15,-22-3 6-15,7 0 2 0,4 0 5 16,1 0 1-16,21 0 4 16,-29 0 1-16,25-3 2 15,-18-2-3-15,-11 5-4 16,8 0-4-16,3 0-9 0,-11 0-9 16,0 0-6-16,0 0-3 0,11 0 4 15,-11 0 2-15,15 0 5 0,-4 0 1 0,0 0 4 16,0 0 4-16,15 0 6 0,-4 0 4 15,-7-5-1-15,7 2 4 0,-11-1 5 16,8 1-1-16,-8-2 0 0,15 0-8 0,-22 5-10 16,-4 0-5-1,15-3-3-15,-15 3-3 0,3-5-3 16,8 5-3-16,4 0 5 0,0 0 8 0,3 0 4 16,8-3 2-16,-3-1-1 0,3 1 4 15,-4-2 3-15,4 0-3 0,3-2-1 16,-6 3-2-16,-1 0-2 0,-22 4-1 15,7-3 1-15,4 3 2 16,-3-5 1-16,-1 0 1 0,4 5 1 16,0-3 2-16,0-1 0 0,1 4-7 0,13-8-5 31,-13 8-3-31,-1-5-4 0,3 5 0 0,1-3-1 0,0-1 4 0,-4 4 4 16,0-4 4-1,0 0 1-15,4 4-2 0,-11 0-2 16,7 0-5-16,-11 0-4 0,0 0-2 15,0 0 0-15,0 0-1 16,19 0-2-16,-19 0 3 16,11 0 2-16,-11 0 3 0,7 0 0 0,-7 0-1 0,0 0 1 0,0 0 6 15,8 4 2 1,-8-4-1-16,11 4 1 0,0-4 0 0,0 4 1 16,4-1 4-16,-12-3 1 0,23 0-3 15,-15 0 0-15,1 0 1 0,-1 5 3 0,15 0 2 16,-4-2-3-16,-11 1 1 0,7-1-1 15,-6 2-2-15,-12-5-2 0,14 0-1 16,-3 5 4-16,-11-5-1 16,12 0 0-16,-1 0 2 0,-11 0 2 15,0 0 5-15,0 0 5 0,0 0 7 16,0 0 7-16,0 0 9 16,0 0 7-16,0 0 5 0,0 0-6 15,0 0-34-15,0 0-64 0,0 0-96 16,0 0-186-16,0 0-285 0,-11 11-357 15,-12 6-655-15,-14 1-428 0,0-1 153 16,-11-4 264-16,4-2 75 0,-12-11 132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14:17.920"/>
    </inkml:context>
    <inkml:brush xml:id="br0">
      <inkml:brushProperty name="width" value="0.2" units="cm"/>
      <inkml:brushProperty name="height" value="0.4" units="cm"/>
      <inkml:brushProperty name="color" value="#FF00FF"/>
      <inkml:brushProperty name="tip" value="rectangle"/>
      <inkml:brushProperty name="rasterOp" value="maskPen"/>
      <inkml:brushProperty name="fitToCurve" value="1"/>
    </inkml:brush>
  </inkml:definitions>
  <inkml:trace contextRef="#ctx0" brushRef="#br0">148 0 421 0,'0'8'724'0,"0"-1"-25"0,0 3-67 0,0-2-48 0,0-8-57 0,0 7-97 0,0-7-95 16,0 0-31-16,0 0 21 0,0 0 17 16,0 0-20-16,0 0-35 0,0 0-12 15,0 0 38-15,0 0-37 0,0 0-42 16,0 0-40-16,0 0-36 0,0 0-32 16,0 0-25-16,0 0-23 0,0 0-11 15,0 0-5-15,0 0-5 0,0 0-10 16,8 8-9-16,-8-8-8 0,0 0-1 15,0 0-7-15,0 8-7 0,0-8 1 0,0 8 12 16,0-1 13-16,0-2 11 0,0 3 11 16,3-1 5-16,-3 3 4 0,0 5 0 15,8 1 0-15,-8-8-2 0,7 4-1 16,-3 3-3-16,-4 2 1 0,11-9 3 16,-11 8-3-16,7-9-1 0,-7 6 1 15,0 2 0-15,0 2-4 0,0-1-8 16,0-1-9-16,0-2-7 0,0-5-7 15,0 9-6-15,0-10-10 0,0 1-4 16,0 8-5-16,0-9 0 0,0 6 3 16,0-5 1-16,0-1 2 0,0 13 4 15,0-7 0-15,8-5 8 0,-5 9 3 16,5-10-6-16,-4 1 1 0,-4 0-3 0,0-8 0 16,7 8 1-16,-7-8-4 0,0 0-2 0,0 0 1 15,0 0-1-15,0 0-1 16,0 7 10-16,0-7 17 0,0 13 4 15,-7 2-4-15,7-5-2 0,0-3 0 16,0 1-5-16,0 8-21 0,-4 1-24 16,4-10-9-16,0 4 1 0,0-11 4 15,0 10 1-15,0-3 4 0,0 6 7 16,0-5 4-16,0-1 4 0,0 1 1 16,0 4 3-16,0-4 7 0,0 0 16 15,0-3 17-15,-8 10 13 0,8-7 7 16,-3 0 5-16,-5-1 31 0,8 3-18 0,-7-3-28 15,-4 9-35-15,11-8-28 0,0-1-16 16,0-2-11-16,0 11-6 0,0-9 0 16,0 3 7-16,0 5 9 0,0-7 5 15,-4 7 1-15,4-5-3 0,0 1 6 16,0 6 12 0,0-2 0-16,0-7-7 0,0 0 6 0,0 9 2 0,0-2 6 15,0-7 2-15,0 7 10 0,0-5 40 16,0 1 31-16,0 6 6 15,0-10-3-15,0 1-2 0,0 0-6 16,0 7-18-16,0-5-41 0,0 1-30 16,0 9 9-16,0 0 17 0,0 0 2 15,0-5-2-15,0 3-3 0,0-3 2 0,0-7 2 16,0 0-15-16,0-1-17 16,0-7-2-16,0 5 1 0,0 3 1 0,4-1 1 15,-4-7 2-15,0 10 6 0,0-3 7 16,0 1 4-16,0 0 22 15,0 0 47-15,0 7 22 0,0 5-6 16,0-3-8-16,0-13-11 0,0 3-4 16,0 3-27-16,0-3-46 0,0 1-23 15,0 0-4-15,11 0 6 16,-11 9 13-16,0-10 9 0,0 9 3 16,7-11 0-16,-7 2 1 0,0 1 6 15,8 0 5-15,-8 0-2 0,0-1-4 16,0 3 5-16,0-10 5 0,0 0 12 0,0 7 13 15,0 1-4 1,-8 0-6-16,1 4-5 0,7-4-6 0,-11 8-6 0,7-9-26 16,-3-2-24-16,7-5-7 0,0 8-4 15,0 9 19-15,0-2 14 0,0 1-2 16,0-8 9-16,0-1 17 16,0-7 6-16,0 10 2 0,0-3-20 15,0-7-15-15,0 8 12 0,0-8 10 16,0 0 6-16,-8 8 2 0,8-8-1 15,0 8 1-15,0-8-4 0,0 0-11 16,0 0-20-16,0 7-7 16,0-7 6-16,0 10 3 0,0-7 4 15,0 4 3-15,0 1 9 0,0 2 24 0,0 5 19 16,-3 1-5-16,3 1-5 0,0-17 1 16,0 3 1-16,0 4-1 0,0 3-21 15,0-10-25-15,0 8-3 0,0-8 0 16,0 10-3-16,0 0-1 0,0-7 4 15,0-3 4-15,0 8-1 16,0-8-9-16,0 7 4 0,0 3 32 16,3-3 27-16,-3 1 3 0,0 0-4 15,0 0 10-15,0-8 14 0,0 7 6 16,0 3-26-16,0-10-31 0,0 3-3 16,0-3 9-16,0 7-2 0,0 1-17 15,0 2-3-15,0-3 3 0,0 9 3 16,0-8-9-16,0-1-6 15,-3 10 7-15,-5-1 4 0,8-8-9 16,0-1-4-16,0-7 7 0,-7 10 17 0,7-7-1 16,0-3-17-16,0 8-7 0,0-8 5 15,0 0-5-15,0 0-5 0,0 0-8 16,0 12-1-16,0-4 9 0,0-1 11 16,0 6 7-16,0 2 10 15,0 5 10-15,-4 1 0 0,4-1-4 16,-7-5-1-16,7-5 1 0,0-3 3 15,0 1-6-15,0-8-15 0,0 8-3 16,0-8 3-16,0 0-3 0,0 0-7 16,0 0-8-16,0 0-2 0,0 0 4 15,0 0 12-15,0 8 13 16,-4 9 9-16,-3-10 6 0,-1 9 1 0,8-4-4 16,-4 4 12-16,-3 4 1 0,3 0-14 15,4-4-16-15,0-16-5 0,0 7 4 16,0 3 3-16,0-3-15 0,0 1-14 15,0 0 0-15,0 0 13 0,0 9 8 16,0-6-2-16,0 6 3 0,0-10 8 16,0 9 3-16,0-8 1 15,0 9 3-15,0-2 7 0,0 5 5 16,0-4-3-16,0-1 0 16,0 2 0-16,0-9 2 0,0 0-8 0,0 0-13 15,0-1-2-15,0 3 7 0,0-3-4 16,0 4-6-16,0 9 0 15,0 1-3-15,0-4 3 0,0-2-2 0,0 1-2 16,0 4 8-16,-7 5-1 0,7-7-8 16,0 2 0-16,0-3 1 0,0-1-3 15,0-8-4-15,0-1-3 0,0 11 0 16,0-8-2-16,0 0 1 0,0-10 4 16,0 7 1-16,0-3 4 0,0 3 4 15,0 3 3-15,0-3 11 0,0 1 3 16,7 0-7-16,-7 0 3 15,0 9 2-15,4-2-9 0,-4-7-5 16,0 4 0-16,0-4 2 0,7 0 4 16,-3 7-6-16,-4-5-5 0,0-3 10 15,0 9-5-15,8-8-9 0,-8-8-4 16,0 0 3-16,0 0 13 0,0 7 2 0,0-7 5 16,0 0 11-16,0 5 13 0,0 7 4 15,0-1-3-15,0-1-10 0,0-3-5 16,0 6-9-16,0-5-12 15,0 12-5-15,0-5 1 0,0 1-7 16,0 1-6-16,7-10 2 0,-3 1 4 16,-4 0 3-16,7 0 2 0,-3-1-6 15,-4 3 11-15,7 1 9 0,-7-4-4 16,0-7 4-16,0 10 4 16,8-3 7-16,-8 1 3 0,0 0-5 15,0 0-4-15,0-1 1 0,3 3-7 0,-3-7-3 16,0 12 0-16,0 2 0 0,0-9-1 15,8 0 1-15,-8 0 2 16,0-1 6-16,7 3-2 0,-7-10-7 0,0 0 3 16,0 3 8-16,0-3 7 0,0 0 5 15,0 8 1-15,0-1 3 0,0 10 2 16,0-17-2-16,-7 16-5 16,7-16-11-16,0 8-10 0,0-1-9 15,0 3-6-15,0 1 8 16,-8 9-1-16,8-3-5 0,0-10 3 0,0-3 5 15,-3 3 10-15,3 3 5 16,0-10-7-16,-8 7 5 0,8-7 5 16,0 16 0-16,0-16-3 0,-7 8 0 0,7-8-1 15,0 7 0-15,0 3-6 16,-4-7-4-16,4 5-3 0,-7-1-7 0,7 3-9 16,-4-3-6-16,4-7-2 0,0 8-3 15,-7 0-5-15,7 0 2 0,0 9 17 16,-8-2 8-16,8-2-1 15,0-6 4-15,-4 1 8 0,-3 0 13 0,7 0-4 16,0-1-18-16,0-7 3 16,0 0 6-16,0 10-3 0,-4-3-7 15,4-7-3-15,-7 8 7 0,7 0 9 16,0 0 1-16,0-4-1 0,0-4-3 16,0 0-2-16,0 8 1 0,0-8-3 15,0 0-3-15,0 0-4 0,0 0-7 16,0 0 6-16,0 0 12 0,-7 16-7 0,7 1-2 15,-4-2 5-15,4 8 0 16,0-2-1-16,0-14-1 0,0 6-3 16,0-6 5-16,0 3-4 0,0-3-7 15,0-7 3-15,0 0 5 0,0 0-3 16,0 0-7-16,0 0-4 16,0 0 3-16,0 0-2 0,0 0-10 0,0 0-1 15,0 8 20-15,0-8 17 16,0 20 15-16,0 1 13 0,0-1 8 15,0-2 3-15,0-5 3 0,0-1-15 16,0 1-15-16,0-10-13 0,0-3-14 16,0 7-1-16,0-7 5 0,0 0 1 15,0 0-6-15,0 0-4 0,0 0 2 16,0 0-2-16,0 0-2 0,0 0-4 16,0 0-2-16,0 0 0 0,0 0-3 15,0 0 5-15,0 0 9 0,0 0 15 16,0 0 12-16,0 10 5 0,0-3 1 15,0-7 2-15,0 0-1 0,0 8-8 16,0-8-13-16,0 0-13 0,0 0-4 16,0 0-1-16,0 0 6 15,0 8 7-15,0-8 5 0,0 8-2 16,0-1 0-16,0 3 5 0,0-10 3 16,0 0-5-16,0 7-4 0,0-7 3 15,0 0 7-15,0 0 10 0,0 0 1 0,0 0-1 16,0 0-4-16,0 0-4 15,0 0-11-15,0 0-16 0,0 0-24 0,0 0 3 16,0 4 17-16,4 13 2 0,-4-2 9 16,0 5 14-16,0 0 10 15,0 1 11-15,0-21-6 0,0 7-3 16,0-7 20-16,0 0 15 0,0 0 9 16,0 0 15-16,0 0 15 0,0 0 0 15,0 0-14-15,0 0-28 0,0 0-26 16,0 0-24-16,0 0-16 15,0 0-7-15,0 0-4 0,0 0 4 16,0 0 9-16,0 0 4 0,0 0 4 16,0 0-8-16,0 0-40 0,0 0-65 0,0 0-67 15,0 0-50-15,0 0-46 16,0 0-50-16,0 0-33 0,0 0 12 0,0 0 104 16,0 20 85-16,0-20 32 0,0 4 34 15,0-4 39-15,-4 7 38 0,4-7 29 16,0 0 18-16,0 0 11 0,0 0 4 15,0 0-9-15,0 0-11 0,0 0-11 16,-8 10-11-16,8-10-15 0,0 0-1 16,0 0 4-16,0 7 11 0,-7 1 16 15,7 0 11 1,0-8 10-16,0 0 13 0,0 0 12 0,0 0 12 0,0 0 14 16,0 0 12-16,0 0 28 15,0 0 21-15,0 0-6 0,0 0-16 0,0 0-23 16,0 0-27-16,0 0-29 0,0 0-14 15,0 0-13-15,0 0-22 0,0 0-33 16,0 0-40-16,0 0-50 0,0 0-56 16,0 0-60-16,0 0 17 0,0 0 6 15,0 0-12-15,0 0 2 0,0 0 1 16,0 0-11-16,0 8-27 0,0-1-53 16,0 3-184-16,-11-10-638 0,0 3-241 15,-8-6 65-15,19 3 5 0,-11-10 40 16,0-5 62-16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8:57.742"/>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36 749 0,'0'0'1169'0,"0"0"56"0,-4 4 32 0,4-4 28 0,0 0-176 16,0 0-414-16,0 0-284 0,0 0-130 16,0 0-59-16,0 0-27 0,0 0-19 15,0 0-18-15,0 0-13 0,0 0 8 16,0 0 11-16,0 0 2 0,0 0-8 15,0 0-11-15,0 0-13 0,0 0-11 16,0 0-12-16,0 0 20 16,0 0-19-16,0 0-24 0,0 0-24 15,0 0-16-15,0 0 4 0,0 0 16 16,22 0 21-16,-3 0 20 0,3 0 18 16,4 0 16-16,-15 0-1 0,19 0-16 15,-1 0-33-15,-3-4-24 0,-3 4-20 0,3 0-20 16,-4 0-14-16,0 0-16 15,4 0-9-15,-15 0-5 0,0 0-5 0,8 0 2 16,-1 0 4-16,-7 0 3 16,0 0 13-16,8 0 6 0,7 0 8 15,-4 0 8-15,-11 0 0 0,15-3 1 16,-15-2 1-16,8 0-3 0,-19 5-10 16,11-3-10-16,0-1-7 0,-11 4-5 15,15 0-5-15,-15 0-2 16,11 0-5-16,-11 0-1 0,11-4-1 15,0 4-3-15,-11 0 0 0,7 0 2 16,12 0 3-16,-8-4 10 0,0 4 8 16,0 0 5-16,-3-3 2 0,-8 3 1 15,11 0 4-15,0-5-5 0,-11 5-7 0,15 0 4 16,-15 0-2-16,0 0 4 0,0 0 5 16,0 0 5-16,0 0 0 15,0 0-8-15,0 0-10 0,0 0-27 16,0 0-73-16,0 0-104 0,0 0-84 15,3 5-80-15,5-5-96 0,10 3 58 16,-14 5-78-16,11-1-130 0,-15-7-632 16,0 0-413-16,-15 17 253 0,-7-1 24 15,-4-4 56-15,-4 1 71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8:58.849"/>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76 1388 0,'0'0'1216'0,"0"0"41"16,0 0 28-16,0 0-94 0,0 10-229 0,0-10-477 0,0 0-191 0,7 3-75 0,-7-3-41 0,0 0-32 0,0 0-22 16,0 0-9-16,0 0-12 0,12 0-10 15,-1-3-8-15,-11 3-9 16,7-5-8-16,-7 5-1 0,0 0 0 15,0 0 11-15,0 0 15 0,0 0 1 16,0 0-4-16,0 0-6 0,0 0-12 0,0 0 1 0,11 5 5 16,0-2-10-16,8-3-7 0,10 0 12 15,-3 0 36-15,4 0 19 16,0 0-15-16,3 0-29 0,4-3-16 16,4-2-9-16,-4 0-16 15,4-2-18-15,-4 3-26 0,3-3-19 0,-10 2-11 16,0 0-11-16,3-2-14 15,-11 7-11-15,-3 0-5 0,3 0 2 0,-4 7 11 16,8-7 18-16,-15 0 21 16,1 0 22-16,-1 0 27 0,18 0 19 0,-3-3 12 15,-4-1 4-15,-3-4-2 0,-1 5-6 16,5-2-13-16,-5 0-18 0,-7-2-16 16,8-1-13-16,-8 8-5 0,-4-5-1 15,-7 5 3-15,0 0 6 0,0 0-40 16,0 0-82-16,0 0-97 0,0 0-58 15,0 0-59-15,-7 5-179 16,-15 7-697-16,-8-9-597 0,0 7 321 16,30-10 39-16,0 0 44 0,0 0 78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9:01.657"/>
    </inkml:context>
    <inkml:brush xml:id="br0">
      <inkml:brushProperty name="width" value="0.2" units="cm"/>
      <inkml:brushProperty name="height" value="0.4" units="cm"/>
      <inkml:brushProperty name="color" value="#FF00FF"/>
      <inkml:brushProperty name="tip" value="rectangle"/>
      <inkml:brushProperty name="rasterOp" value="maskPen"/>
      <inkml:brushProperty name="fitToCurve" value="1"/>
    </inkml:brush>
  </inkml:definitions>
  <inkml:trace contextRef="#ctx0" brushRef="#br0">234 150 583 0,'0'0'1073'0,"0"0"76"0,-8-5 49 0,8-3 13 0,0 8-311 0,0 0-185 0,0-8-217 0,0 8-134 16,-7-4-79-16,7 4-56 0,0 0-46 16,-11-8-26-16,0 3-14 0,3 5-4 15,-3-3-3-15,11 3-4 0,-7-4 6 16,7 4 8 0,-4-3-10-16,4 3-17 0,-7-5-17 0,7 5-20 15,-12 0-28-15,5-3-18 0,-4 3 0 16,0 0-1-16,11 0 7 0,-11 0 20 15,0 0 26-15,11 0 48 0,-15 0 83 16,-4 0 26-16,-10 0 27 0,18-5 16 16,-1 0 6-16,5 5-2 0,3-3-11 15,4 3-28-15,0 0-43 16,0 0-53-16,0 0-58 0,0 0-76 0,0 0-76 0,4-4-46 16,3 1-9-16,16-2 10 15,6 5 10-15,-3 0 20 0,4 0 29 16,-1 0 41-16,1 0 27 15,11-5 2-15,-4 5-7 0,11-3-4 0,0-1 6 16,4 0 7-16,-4 0 4 16,0-4-1-16,12 3 3 0,-12 2 2 15,0-1 8-15,7-4 0 0,-14 3-4 16,7 2-6-16,-14-1-5 0,3-4-4 16,-19 8-6-16,-7 0-3 0,-11 0-6 15,0 0 1-15,0 0 7 16,0 0 1-16,0 0 0 0,0 0-1 15,0 0 3-15,0 0 0 16,0 0-2-16,0 0-9 0,0 0-15 0,0 0-22 0,0 0-47 16,0 0-63-16,0 0-84 0,19 8-127 15,-8-1-200-15,-4 10-218 16,4 3-171-16,-3 1-132 0,-8-21-640 0,0 0-151 16,0 0 306-16,-19 3 76 0,-18-11 103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9:03.067"/>
    </inkml:context>
    <inkml:brush xml:id="br0">
      <inkml:brushProperty name="width" value="0.2" units="cm"/>
      <inkml:brushProperty name="height" value="0.4" units="cm"/>
      <inkml:brushProperty name="color" value="#FF00FF"/>
      <inkml:brushProperty name="tip" value="rectangle"/>
      <inkml:brushProperty name="rasterOp" value="maskPen"/>
      <inkml:brushProperty name="fitToCurve" value="1"/>
    </inkml:brush>
  </inkml:definitions>
  <inkml:trace contextRef="#ctx0" brushRef="#br0">0 106 703 0,'0'0'1137'0,"0"0"57"0,0 0 40 0,0 0 32 0,0 0-235 16,0 0-365-16,0 0-269 0,0 0-120 16,0 0-60-16,0 0-39 0,0 0-30 15,0 0-25-15,0 0-6 16,0 0 2-16,0 0-9 0,0 0-11 0,0-8-8 16,0 8-9-16,8-5-10 0,-5 2-8 15,8-9-10-15,-3 9-9 0,-8 3-9 16,7-5-11-16,-3 0-12 0,7 5-11 0,4-7-7 15,-11 7 2-15,3-3 2 0,12-2 5 16,-8 2 11-16,11-2 10 0,-15 0 12 16,15 5 5-16,4-7 2 0,-14 7 7 15,13-8 6-15,-2 3 1 0,-5 2-10 16,-7-1-13-16,8-4-11 0,-12 8-7 16,-7 0-12-16,11 0-13 0,-11 0-13 15,19 0-3-15,3 0 5 0,-11 4 4 16,-3 0 2-16,3-4 2 0,0 4 1 15,-4-1 2-15,-7-3 3 0,11 0 7 16,-11 0 3-16,0 0 4 0,0 0 12 0,0 0 9 16,26 0 2-16,-15-3 0 0,-11 3-7 15,11-4-9-15,-11 4-9 0,0 0-20 0,12 0-15 16,14 4-10 0,-23-1-3-16,5-3 3 0,14 5 4 0,-15 0 3 15,4-2 7-15,-3 1 6 0,-8-4 6 16,11 3 4-16,-11-3 2 0,11 0 4 15,-11 0 7-15,7 0 6 0,-7 0 7 16,0 0 7-16,0 0 3 0,0 0 1 16,0 0 0-16,0 0-2 0,0 0-6 15,0 0-11-15,0 0-10 0,0 0-10 16,0 0-14-16,0 0-16 0,12 5-26 16,-5 0-41-16,-3-2-60 0,3 2-71 15,4 5-84-15,-11 0-161 0,0-10-682 0,0 0-416 16,0 7 204-16,0-7 12 0,-11 4 46 15,-7 0 64-15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9:05.631"/>
    </inkml:context>
    <inkml:brush xml:id="br0">
      <inkml:brushProperty name="width" value="0.2" units="cm"/>
      <inkml:brushProperty name="height" value="0.4" units="cm"/>
      <inkml:brushProperty name="color" value="#00FF00"/>
      <inkml:brushProperty name="tip" value="rectangle"/>
      <inkml:brushProperty name="rasterOp" value="maskPen"/>
      <inkml:brushProperty name="fitToCurve" value="1"/>
    </inkml:brush>
  </inkml:definitions>
  <inkml:trace contextRef="#ctx0" brushRef="#br0">0 44 722 0,'0'0'1053'0,"0"0"82"0,0 0 49 0,0 0-98 0,0 0-274 0,0 0-121 0,0 0-160 16,0-10-135-16,0 10-91 0,0-7-51 16,0 7-30-16,0 0-34 0,0 0-34 15,0 0-32-15,0 0-17 0,0 0-9 16,0 0-8-16,0 0 0 0,0 0 10 0,0 0 10 15,0 0 2-15,0 0-2 0,0 0-5 16,0 0-9-16,4 0-6 0,-4 0-10 16,18-8-7-16,1 8-2 0,7 0 3 15,3 0 31-15,1 0 7 0,3 0-10 16,4 0-14-16,4 0-5 16,7 0 9-1,-3 0 2-15,-1 0-11 0,-7 0-19 0,0 0-13 0,-7 0-6 16,-1 4-13-16,-6 0-24 0,-5-4-13 15,8 0-1-15,-15 0 9 16,0 0 11-16,-11 0 9 0,11 0 3 16,-3 0 4-16,3 0 7 0,0-4 1 0,-11 4 1 15,7-4-11-15,12 4-14 0,-19 0-17 16,11 0-10-16,0 0-8 0,4 0-10 16,-11 0-10-16,22 4-3 0,-15 0-3 15,0-4 2-15,-4 4 5 0,-3-1 7 16,-4-3 23-16,0 0 35 15,0 0 32-15,0 0-2 0,0 0-55 16,0 0-105-16,0 0-144 0,0 0-169 16,0 0-67-16,0 0-56 0,0 0-189 15,0 0-635-15,0 0-338 0,0 0 271 16,0 0 44-16,-4 5 70 0,-22 3 88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9:06.946"/>
    </inkml:context>
    <inkml:brush xml:id="br0">
      <inkml:brushProperty name="width" value="0.2" units="cm"/>
      <inkml:brushProperty name="height" value="0.4" units="cm"/>
      <inkml:brushProperty name="color" value="#00FF00"/>
      <inkml:brushProperty name="tip" value="rectangle"/>
      <inkml:brushProperty name="rasterOp" value="maskPen"/>
      <inkml:brushProperty name="fitToCurve" value="1"/>
    </inkml:brush>
  </inkml:definitions>
  <inkml:trace contextRef="#ctx0" brushRef="#br0">14 89 310 0,'0'0'891'0,"0"-4"83"16,-11-4 65-16,11 8-60 0,0 0-200 0,-3 0-187 0,3 0-151 0,0 0-41 15,0 0-48-15,0 0-75 0,0 0-75 16,0 0-60-16,0 0-28 0,0 0-7 16,0 0-7-16,14-12-8 15,1 9-2-15,7-2 7 0,-3-3 13 16,0 3 0-16,-16 5-24 0,12-3-12 0,-15 3-6 0,11 0-6 16,0 0-6-16,0 0-11 0,4 0-2 15,-4 0 6-15,11 0 10 0,-3 0 2 16,3-4 5-16,4 4 6 0,-4 0 5 15,4 0 3-15,4 0-6 16,-8 0-6-16,4-3-6 0,-4-2-2 16,-3 0-6-16,-8 2-6 0,15-1-4 15,-4 0-7-15,-11 0-10 0,4 4-12 16,-4-3-14-16,0-2-14 0,-11 5-10 16,11 0-13-16,-3 0-3 0,-8 0 0 15,22 0 0-15,-7 5 6 16,-15-5 8-16,11 3 5 0,-11-3 10 0,0 0 13 0,0 0 19 15,0 0 20-15,0 0 20 0,0 0-9 16,0 0-17-16,0 0-6 0,0 0-14 16,0 0-24-16,0 0-34 0,0 0-40 15,0 0 1-15,11 0 16 0,0 0-1 16,15 0 2-16,-4 4 7 0,-3 0 16 16,-1 0 13-16,1 4-26 0,-8 0-56 15,0 4-65-15,-4-9-98 0,-3 2-283 16,-4-5-660-16,0 0-179 0,0 0 58 15,-41 5 15-15,-7-10 43 0,-11-8 73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9:28.588"/>
    </inkml:context>
    <inkml:brush xml:id="br0">
      <inkml:brushProperty name="width" value="0.035" units="cm"/>
      <inkml:brushProperty name="height" value="0.035" units="cm"/>
      <inkml:brushProperty name="color" value="#ED1C24"/>
      <inkml:brushProperty name="fitToCurve" value="1"/>
    </inkml:brush>
  </inkml:definitions>
  <inkml:trace contextRef="#ctx0" brushRef="#br0">21 130 1120 0,'0'0'1238'0,"0"0"46"0,-11 3 43 0,11 4 37 0,0-7-159 16,-11 5-576-16,11-5-219 0,0 0-64 0,0 0-21 0,0 0-25 16,0 0-11-16,0 0-3 15,0 0 58-15,0 0 38 0,0 0-34 0,0 0-47 16,0 0-43-16,0 0-41 15,0 0-41 1,0 0-41-16,0 0-30 0,0 0-16 0,0 0-14 0,0 0-20 16,0 0-21-16,0 0-16 0,0 0-7 15,0 0-10-15,0 0-15 16,0 0-4-16,0 0 3 0,0 0 10 16,0 0 10-16,0 0 8 0,0 0 4 15,0 0-1-15,0 0-9 0,0 0-9 16,0 0-8-16,0 0-17 0,0 0-18 0,0 0-18 15,11-5 0-15,0 5 14 16,-11 0 11-16,26 0 11 0,-4 0 13 0,4 0 14 16,-4 0 15-16,-3 0 6 0,10 0-6 15,1 0-4-15,0 0-6 16,-1 0-1-16,1 0 2 0,-12 0-6 16,-7 0-2-16,4 0 1 0,-4 0-2 15,12 0 2-15,-23 0-2 0,7 0-1 16,-7 0 3-16,19 0-2 0,-8 0 0 15,0 0 2-15,0 0 2 16,-4 0 0-16,15 0 1 0,-7 0-2 31,8 0 4-31,-12 0 3 0,3 0 1 0,9 0 1 0,3 0 27 0,-4-3 27 0,-4-1 6 16,-7-4 0 0,1 8-6-16,-12 0-6 0,11-5-2 15,-11 5-25-15,0 0-30 16,7 0-10-16,4 0-5 0,-11 0-4 15,0 0 4-15,15 0 0 0,-4 0-1 0,-11 0-2 16,11 5 4-16,-11-5 6 0,11 0 5 0,-11 0 6 16,0 0 5-16,0 0 9 0,11 0 5 15,-11 0 4 1,0 0 1-16,0 0-3 0,0 0-2 0,0 0-8 16,8 0-14-16,-8 0-8 0,0 0-2 15,0 0 2-15,11-5 1 0,4 5 0 16,-4 0 3-16,0 0 6 0,-11 0 3 0,22 0-1 15,4 0-3-15,-4 0 1 0,4 0 1 16,-15 0-1 0,0 0 0-16,1 5-2 0,-5-5-2 0,4 0 0 15,-11 0-3-15,0 0 1 16,11 5 2-16,-11-5-1 0,15 3 0 0,-15-3 3 16,11 0-1-16,0 4-2 0,0-4 3 15,8 3-1-15,11-3 3 16,-12 5 5-16,8 0 4 0,-4-2 0 15,0 1-1-15,4 0 1 0,4 0-2 16,-8-1-1-16,4 2-6 0,-4 3-8 16,4-4 1-16,-4-1-1 0,-3 7 0 15,11-7-1-15,-19-3 1 0,7 5 2 0,-7-2 3 16,4-3-2-16,-4 0 4 16,0 0 5-16,-11 0 1 0,12 0 1 15,-12 0 1-15,7 0 4 0,4 0 0 16,0-3 0-16,-11 3-7 0,15 0-4 15,-4 0-9-15,0 0-7 0,0 0-7 16,4 0-4-16,7 0-4 16,-11 0 1-16,1 0 0 0,13 3 5 15,-2-3 7-15,-16 0 5 16,23 0 0-16,-30 0 5 0,0 0 11 0,11 0 5 16,0 0 5-16,-4 0 2 15,-7 0-1-15,0 0 1 0,0 0-5 0,11 0-7 16,4 0-5-16,-15 0-5 0,0 0-3 15,11 0-2-15,-11 0 1 0,12 0-2 16,-1 0-2-16,-11 0-2 0,11 0-2 16,-11 0-1-16,0 0-1 0,7 0 2 15,-7 0 2-15,11 0 4 16,-11 0 8-16,26 0 6 0,-15 0 1 16,0-3 3-16,15-2 7 0,-22 2 2 15,-4 3 3-15,0 0 1 0,0 0-4 16,0 0-2-16,11 0-6 0,-11 0-10 15,0 0-8-15,0 0-15 16,0 0-12-16,0 0-10 0,0 0 4 0,0 0 7 16,15 0 6-16,-15 0 8 0,11 0 13 15,0 0 11-15,-11 0 13 0,11 0 0 16,-11 0-1-16,0 0 5 0,8 0 7 16,-8 0 1-16,0 0 2 15,0 0 0-15,0 0 0 0,0 0-9 16,0 0-11-16,0 0-19 0,0 0-13 15,0 0-11-15,0 0 3 0,0 0 1 16,0 0 3-16,11 0 2 0,0 0 9 16,-11 0 9-16,15 0 10 15,-15 0-3-15,0 0 7 0,0 0 16 16,0 0 19-16,0 0 16 0,0 0 17 16,0 0 10-16,0 0 5 0,0 0 0 15,0 0-10-15,0 0-11 16,0 0-16-16,0 0-13 0,0 0-13 0,0 0-8 0,0 0-4 15,0 0-2-15,0 0-1 16,0 0 7-16,0 0 8 0,0 0 13 16,0 0 15-16,0 0 14 0,0 0 12 15,0 0-3-15,0 0-6 0,0 0-3 16,0-17-9-16,-8 9-13 0,1-8-11 16,3 4-10-16,-3 4 1 15,-4-4 0-15,0 0-2 0,-8 1 0 16,12 1-2-16,7 3-3 0,-11 3-3 15,11 4-7-15,0 0-2 0,0 0-1 16,0 0-6-16,0 0-2 16,0 0 2-16,0 0 4 0,0 0 5 0,0 0-2 15,-8-4-2-15,4 4 0 0,-14-8 0 16,7 3-2-16,-8 2-4 0,12-1-5 16,-12 1 5-16,8-2 2 0,-7 0 0 15,7-2 0-15,-8-1 4 0,8 0 3 16,-8 0 1-16,8 4 1 15,4 1 3-15,-4-2 1 0,11 5-3 16,0 0-5-16,0 0-7 0,0 0-2 16,0 0-4-16,0 0-7 0,0 0-5 15,0 0-1-15,0 0-2 16,0 0-3-16,0 0 0 0,0 0-1 16,0 0-3-16,0 0 4 0,0 0 3 15,0 0 4-15,0 0 6 0,0 0 4 0,0 0 10 16,0 0 5-16,0 0 3 0,0 0-2 15,0 0-2-15,0 0-11 0,0 0-8 16,0 0-14-16,0 0-12 16,0 0-10-16,0 0-7 0,0 0-4 15,0 0 1-15,0 0 7 0,0 0 6 16,0 0 9-16,0 0 9 0,0 0 7 16,0 0 5-16,0 0 2 0,0 0 4 15,0 0 0-15,0 0 5 16,11 5 4-16,4-2 3 0,7 4 3 15,-3 6-1-15,3-5 1 0,4 4-5 16,-4 0-5-16,8-4-9 0,-12 8-8 0,8-4-12 16,-8 4-5-16,-3-9-7 0,0 6-3 15,-11-9 0-15,7-1 6 16,-11-3 7-16,0 0 12 0,0 0 9 16,0 0 12-16,0 0 6 0,0 0 3 15,0 0-1-15,0 0 4 0,0 0 1 16,0 0-5-16,0 0-2 0,0 0-4 15,0 0-9-15,0 0-9 16,0 0-12-16,0 0-11 0,0 5-5 16,0-5 0-16,0 0 5 0,0 0 15 15,0 0 13-15,0 0 22 0,0 0 18 16,0 0 14-16,0 0 11 16,0 0 5-16,0 0-4 15,0 0-11-15,0 0-15 0,0 0-24 0,0 0-26 0,0 0-26 16,0 0-22-16,7 8-13 0,-7-8 0 15,0 4 15-15,8 0 16 0,-8-4 21 16,3 7 32-16,-3-7 26 0,0 0 27 16,0 0 16-16,0 0 8 15,0 0 11-15,0 0 5 0,0 0-7 16,0 0-10-16,0 0-11 0,0 0-20 16,0 0-23-16,0 0-28 0,0 0-29 15,0 0-24-15,0 5-13 16,-3 0-14-16,-5-2 3 0,8 4 9 15,-7 3 20-15,-4 1 21 0,7 1 21 16,-3-4 17-16,7 0 17 0,-8-1 7 16,5 3 1-16,-9 0 0 0,-2 0-4 0,3-7-8 15,-1 9-12 1,-6 1-10-16,7-3-8 0,-8 8-7 0,1 2-4 16,-1-2-2-16,8-1 3 0,-7-1 7 15,7-1 4-15,-8-2 7 0,19-9 8 16,0-4 10-16,0 0 13 0,0 0 16 15,0 0 14-15,0 0 10 16,0 0 4-16,0 0-8 0,0 0-15 16,0 0-18-16,0 0-29 0,0 0-29 15,0 0-28-15,0 0-26 0,0 0-27 16,0 0-33-16,0 0-39 0,0 0-47 16,0 0-50-16,0 0-60 15,0 0-49-15,0 0-50 0,0 0-75 16,7 4-47-16,-3 0 99 0,-4-4-65 0,0 0-135 15,0 0-598-15,0 0-353 0,0 0 214 0,0 8 28 16,-11 12 63-16,0 0 80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6383"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6-01-19T07:29:31.674"/>
    </inkml:context>
    <inkml:brush xml:id="br0">
      <inkml:brushProperty name="width" value="0.035" units="cm"/>
      <inkml:brushProperty name="height" value="0.035" units="cm"/>
      <inkml:brushProperty name="color" value="#ED1C24"/>
      <inkml:brushProperty name="fitToCurve" value="1"/>
    </inkml:brush>
  </inkml:definitions>
  <inkml:trace contextRef="#ctx0" brushRef="#br0">122 287 643 0,'0'0'1025'0,"0"0"99"0,-11-4 56 0,7 0-121 0,-3-4-252 0,0 8-133 0,-5-5-111 16,9 2-169-16,-5-1-119 0,8 4-57 16,-7-3-23-1,7 3-21-15,-11-5-33 0,11 5-37 0,-8 0-14 0,8 0 0 16,-11-3-9-16,0 3-10 0,11 0-6 15,0 0 2-15,-7-5 9 0,3 0 10 16,4 5 7-16,-7-3 4 0,7 3 6 16,-4-4 7-16,4 4 14 0,0 0 14 15,0 0 11-15,0 0 4 0,0 0 37 16,0 0 46-16,0 0 4 16,0 0-6-16,0 0-15 0,0 0-27 15,0 0-27-15,0 0-27 0,0 0-31 0,0 0-35 16,0 0-27-16,0 0-16 0,0 0 1 15,11 0 12-15,11 0 17 0,-11 4 16 16,15-1 12-16,-15 2 5 0,8 0-5 16,-8-2-16-16,15-3-18 0,-4 5-17 15,-3-2-15-15,3 1-8 16,8-1-3-16,-4 2-1 0,3 3 4 16,1-8 4-16,-1 8 4 0,1-8-1 15,0 4 0-15,-1-1 1 0,1-3 0 16,0 0-2-16,-12 0 1 0,1 0 0 15,-1 0 4-15,4 0 3 16,-14-3 3-16,3-1 2 0,0 4-5 0,4-4-9 16,-4 0-7-16,0 4-8 0,8 0 13 15,-8 0 15-15,18 0-1 0,-10 0 2 16,-8 0-1-16,4 0 2 0,-15 0 1 16,22 0-19-16,-11 4-15 0,-11-4-1 15,0 0 1-15,11 4 1 16,-11-4 2-16,0 0 0 0,0 0 2 15,0 0 4-15,15-4 7 0,-11 0 7 16,14 1 2-16,-7-2-1 0,8 0-3 16,-1-2-6-16,-7 4-4 0,1-2-14 15,-5 5-8-15,4 0-3 16,4 0-1-16,-4 0-1 0,-11 0 0 16,22 0 3-16,-11 0 2 0,15 5 1 15,-15-2 0-15,15-3 2 0,-15 4 4 0,0-1 6 16,1-3 7-16,-1 0-1 0,-4 5 1 15,-7-5 2-15,0 0 0 0,11 0 0 16,4 0-7-16,-15 0-4 16,11 0 2-16,0 0-2 0,0 0-2 15,0 0 2-15,4 0-1 0,-4 0-1 16,1 0 1 0,-1 0 0-16,15 0-2 0,-4 0 6 0,-4 0-1 0,-7 0 1 15,15-5 0-15,-3 5-2 16,-12 0 1-16,15 0-1 0,-15 0-5 15,0 0-2-15,7 0 0 16,-7 0-1-16,4 0 1 0,-4 0 1 0,0 0-1 0,1 0 2 16,6 0 3-16,-7 0 2 15,-3 0-1-15,3 0-2 0,-11 0 0 0,0 0 1 16,11 0 2 0,4 0-1-16,-15 0-1 0,11 0-2 0,-11 0 5 15,11 0-1-15,0 0 0 0,8 0 2 16,-19 0-3-16,11-3-1 0,3 3-1 15,-2 0 0-15,-1 0-3 16,-11 0 3-16,11 0-4 0,0 0 1 16,4 0-3-16,-4 0 1 0,11 0 0 15,8 0 1-15,-12 3 0 0,8-3-2 16,-4 0 3-16,4 5 4 0,-4-5-2 16,-10 0 0-16,-5 0 2 15,4 0 2-15,-11 0-1 0,11 0-1 0,-11 0-2 16,15 5 2-16,-15-5-1 0,0 0 0 15,0 0-1 1,0 0-3-16,0 0 4 0,0 0-2 0,0 0-2 0,0 0-1 16,0 0-1-16,4 3-6 0,-4-3 2 15,11 0 3-15,-11 0-2 16,15 0 0-16,-15 0 1 0,18 4 2 16,-14-4 3-16,-4 0-8 0,11 0-7 15,-11 0-5-15,0 0 3 16,0 0 1-16,0 0 0 0,0 0 2 15,0 0 4-15,0 0-1 0,0 0-2 16,15 0 3-16,-4 0 1 0,0 0 2 0,0 4 1 16,-11-4 4-16,11 0 11 0,-11 0 13 15,0 0 10 1,0 0 12-16,0 0 19 0,0 0 14 0,0 0 13 0,0 0 5 16,0 0 4-16,0 0-3 15,0 0-11-15,0 0-9 0,0 0-12 16,0 0-14-16,0 0-12 0,0 0-15 15,0 0-9-15,0 0-7 0,0 0-6 16,0 0-5-16,0 0 4 16,0 0-1-16,-3-8 6 0,-5 5 3 15,8-2 0-15,-11-7 1 0,4 9 4 16,3-2 0-16,-15-8 2 0,12 10 1 16,-4-9 4-16,-8 4 4 15,8-4 2-15,-7 4-1 0,7-4 3 16,0 4 2-16,3-4 1 0,-3-4 1 0,4 8 0 15,-5-4 1-15,1 4 3 0,4 3 2 16,-4-5-3-16,3 5-6 0,-6-7-3 16,-5 4-7-16,1-5-4 0,-1 6-6 15,1-4-6-15,-5 1 1 16,-3 0-3-16,4 0-2 0,-4-1 1 16,11 7 0-16,8 1-3 0,7 3-1 15,0 0-4-15,0 0-6 0,0 0-11 16,0 0-9-16,0 0-8 0,0 0-6 15,0 0-8-15,0 0-9 16,0 0-3-16,0 0-3 0,0 0 1 0,0 0 5 16,0 0 10-16,0 0 11 0,0 0 12 15,11 3 12-15,8 5 13 0,-1-4 8 16,-7 4 5-16,8 0-2 0,3-4 0 16,-3 9 2-1,6-10 0-15,-2 9 2 0,6-4-3 0,-10 4-1 16,3-1 2-16,4-1 2 15,-7 0-2-15,-8 0 2 0,7 1 1 0,-7-4 1 16,-3-2 1-16,-5 3-6 0,-3-4-3 16,15 0-2-16,-11 3-5 15,-4-7-2-15,7 5-5 0,-7-5 0 16,0 0-1-16,0 0 2 0,0 0 4 16,0 0 3-16,0 0 1 0,0 0 2 0,0 0 3 15,0 0 1 1,0 0 2-16,4 0 0 0,-4 0-3 0,0 0-1 0,0 0-3 15,0 0 1-15,0 0 1 16,0 0-2-16,0 0-1 0,0 0 1 16,0 0 0-16,0 0 1 0,0 0-4 15,0 0-1-15,0 0-3 0,0 0-1 16,0 0-1-16,0 0 4 16,0 0 6-16,0 0 13 0,0 0 16 15,0 0 20-15,0 0 15 0,0 0 16 16,0 0 10-16,0 0-2 0,0 0-10 15,0 0-19-15,0 0-23 16,0 0-24-16,0 0-21 0,0 0-15 16,0 8-13-16,0-8-6 0,0 0-3 15,-4 4 0 1,-3-1 6-16,3 10 6 0,-14 2 7 0,-1 5 5 0,-7 1 6 0,11-1 7 16,1 0 4-16,-5 5 3 0,8-7 2 15,-8-1 1-15,8-1-3 16,8-1-2-16,-5-2-2 0,1-9-1 15,-4 7 0-15,11-6-4 0,0-5 2 16,-4 5 2-16,4-5 4 0,0 0 5 16,0 0 7-16,0 0 1 0,0 0 4 15,0 0 1-15,0 0-5 16,-7 7-8-16,7-7-3 0,0 3-4 16,-8 2-8-16,4 8-4 0,-3 2-1 15,0-3 5-15,-4-1 7 0,11-6 2 0,-4 3 2 16,-4-4 7-1,8-4 6-15,0 0 3 0,0 0 1 0,0 0 0 16,0 0-5-16,0 0-9 0,0 0-17 16,0 0-27-16,0 0-47 0,0 0-78 15,0 0-130-15,0 0-151 0,0 0-136 16,0 0-130-16,0 0 31 0,0 0-34 16,30 0-401-16,-30 0-525 0,0 0 176 15,30-4 66-15,-4-9 50 0,-15 10 81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93DA0-0795-F102-72C8-96C8E14CF0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7467319F-0D69-ED9A-2911-EAEEB956FB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1115689A-4E86-BE5F-3009-6ED159274AAA}"/>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5" name="Footer Placeholder 4">
            <a:extLst>
              <a:ext uri="{FF2B5EF4-FFF2-40B4-BE49-F238E27FC236}">
                <a16:creationId xmlns:a16="http://schemas.microsoft.com/office/drawing/2014/main" id="{9D6DE09C-65F0-8D52-5F75-4072910F567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2243A1E4-E9D7-02C1-8301-4FC91CB0F926}"/>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2138277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B358E-A3C7-F942-FB25-AE1A86FFED1C}"/>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B7C6BE7D-394C-28EA-AD6C-489BB93C4E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3EAED44F-8518-5DC9-D02C-E700E9F40208}"/>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5" name="Footer Placeholder 4">
            <a:extLst>
              <a:ext uri="{FF2B5EF4-FFF2-40B4-BE49-F238E27FC236}">
                <a16:creationId xmlns:a16="http://schemas.microsoft.com/office/drawing/2014/main" id="{FCBD1ACC-F7C8-EFAA-D2ED-678F37D56878}"/>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A84DF310-2F75-2F81-DC1C-0164861A9FD2}"/>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196451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8BE6-6BE3-3A24-C06F-30C1010FA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B1613C6E-6AD2-1411-543C-5B938AD8FF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0787B6-36F8-7860-2772-584EE08FB075}"/>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5" name="Footer Placeholder 4">
            <a:extLst>
              <a:ext uri="{FF2B5EF4-FFF2-40B4-BE49-F238E27FC236}">
                <a16:creationId xmlns:a16="http://schemas.microsoft.com/office/drawing/2014/main" id="{89DC9DFF-B26D-5F94-E814-D64228DDCFF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C91071CD-1B19-BCCA-0E8C-7376448D5ADC}"/>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213509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01590-3F2F-8049-E247-64AF33AA7ED3}"/>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53D7B3E5-9742-16AF-4B84-FD5C71C95E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48007878-F043-5A9B-1059-6C40C588E4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5152972D-5D5E-FB4B-151D-AA84FDDED3BE}"/>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6" name="Footer Placeholder 5">
            <a:extLst>
              <a:ext uri="{FF2B5EF4-FFF2-40B4-BE49-F238E27FC236}">
                <a16:creationId xmlns:a16="http://schemas.microsoft.com/office/drawing/2014/main" id="{D57AA9A1-B9E5-5D77-D20B-3D8E87D8F677}"/>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86E7FDA9-F1D2-9073-5686-EEA9323540E9}"/>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362831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D8A2C-F7DB-8F77-E75E-82C4525ECCAC}"/>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4330D358-CA18-040F-D317-8A0B7340DA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39F724-BC89-0879-7EBA-3A9513D844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0DBE2E4D-EAA1-6824-4D89-045003E4E4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46A5EA-8057-1C95-F8B7-A7D7E7090D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E4C5B2F5-E647-2F05-69B4-3166E65C06A7}"/>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8" name="Footer Placeholder 7">
            <a:extLst>
              <a:ext uri="{FF2B5EF4-FFF2-40B4-BE49-F238E27FC236}">
                <a16:creationId xmlns:a16="http://schemas.microsoft.com/office/drawing/2014/main" id="{D67A2D17-5D9B-0FC4-D92E-9AFD87BB9510}"/>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BBDCC76F-EE2C-25AA-149D-61A6C4F07C30}"/>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151190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4D51-BCF4-5AA2-02DC-A5934D637558}"/>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CC4590A0-1F47-8041-9F43-18B4CDED3B1E}"/>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4" name="Footer Placeholder 3">
            <a:extLst>
              <a:ext uri="{FF2B5EF4-FFF2-40B4-BE49-F238E27FC236}">
                <a16:creationId xmlns:a16="http://schemas.microsoft.com/office/drawing/2014/main" id="{0610FF48-846F-36A0-EB75-02A348AF1BDE}"/>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2ECFAB64-A5C6-70D5-F79F-ADE7FA6AC785}"/>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1650059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AA6052-4F3C-937A-D858-9576D64E6C4D}"/>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3" name="Footer Placeholder 2">
            <a:extLst>
              <a:ext uri="{FF2B5EF4-FFF2-40B4-BE49-F238E27FC236}">
                <a16:creationId xmlns:a16="http://schemas.microsoft.com/office/drawing/2014/main" id="{893B29EA-0C22-4BB0-78A2-B9F49F2628C2}"/>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36C2B7AF-63D1-1AA1-4473-DAFB201D0112}"/>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2726904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28B88-6498-5799-29D9-C2F35D758A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FA044F43-F13A-8B17-8A5E-0AFB431025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F608A5E1-AC40-2B15-E003-43D27D15C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40939-D848-9240-1205-4D95E7E2E9DF}"/>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6" name="Footer Placeholder 5">
            <a:extLst>
              <a:ext uri="{FF2B5EF4-FFF2-40B4-BE49-F238E27FC236}">
                <a16:creationId xmlns:a16="http://schemas.microsoft.com/office/drawing/2014/main" id="{B9A09CFC-6702-B21C-0DF6-698DE375F115}"/>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DE45153C-7383-E985-6402-4CABE6C54753}"/>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692973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5CCF2-DA2D-D50B-8678-31C2FB68C2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A9642A92-6DC1-A070-9538-DACC45D4FB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BC53AB47-C07F-562D-70E3-1FD2AC07CD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8B289-C4DC-4611-59E8-1DC2E1FAB4BB}"/>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6" name="Footer Placeholder 5">
            <a:extLst>
              <a:ext uri="{FF2B5EF4-FFF2-40B4-BE49-F238E27FC236}">
                <a16:creationId xmlns:a16="http://schemas.microsoft.com/office/drawing/2014/main" id="{D78B0BB0-CAB4-7013-B57D-7AD6A66C1FB6}"/>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A34F0BE0-960F-1D0A-DA9D-6C95CEAD93F5}"/>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3693287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499F-7F29-9C1D-08E2-31B40D1B4DB4}"/>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1223BB08-2F95-1F33-80AC-87255F56F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42430C2D-10C8-E507-C395-69656DB63AFF}"/>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5" name="Footer Placeholder 4">
            <a:extLst>
              <a:ext uri="{FF2B5EF4-FFF2-40B4-BE49-F238E27FC236}">
                <a16:creationId xmlns:a16="http://schemas.microsoft.com/office/drawing/2014/main" id="{94835C00-ADA0-8AF0-6785-14CB53C2B1FC}"/>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1C9BEDC6-B22E-6573-BC9C-78B883BDFFD3}"/>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4226762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9A517-E8BE-66C0-63A0-83A86C7FED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1934572A-A25B-848C-4954-1CF540B85A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48C2A6EE-4D61-2CA2-238F-25D41C59F25A}"/>
              </a:ext>
            </a:extLst>
          </p:cNvPr>
          <p:cNvSpPr>
            <a:spLocks noGrp="1"/>
          </p:cNvSpPr>
          <p:nvPr>
            <p:ph type="dt" sz="half" idx="10"/>
          </p:nvPr>
        </p:nvSpPr>
        <p:spPr/>
        <p:txBody>
          <a:bodyPr/>
          <a:lstStyle/>
          <a:p>
            <a:fld id="{84377312-B4F4-40AB-A016-8247D1FDD225}" type="datetimeFigureOut">
              <a:rPr lang="de-DE" smtClean="0"/>
              <a:t>26.03.2026</a:t>
            </a:fld>
            <a:endParaRPr lang="de-DE"/>
          </a:p>
        </p:txBody>
      </p:sp>
      <p:sp>
        <p:nvSpPr>
          <p:cNvPr id="5" name="Footer Placeholder 4">
            <a:extLst>
              <a:ext uri="{FF2B5EF4-FFF2-40B4-BE49-F238E27FC236}">
                <a16:creationId xmlns:a16="http://schemas.microsoft.com/office/drawing/2014/main" id="{7ED0650F-3EA8-E162-9E5F-74757866ADE8}"/>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B1414D4B-24CF-5162-B1B9-688F82DFF496}"/>
              </a:ext>
            </a:extLst>
          </p:cNvPr>
          <p:cNvSpPr>
            <a:spLocks noGrp="1"/>
          </p:cNvSpPr>
          <p:nvPr>
            <p:ph type="sldNum" sz="quarter" idx="12"/>
          </p:nvPr>
        </p:nvSpPr>
        <p:spPr/>
        <p:txBody>
          <a:bodyPr/>
          <a:lstStyle/>
          <a:p>
            <a:fld id="{1FA4F343-3EC8-4106-848F-5CDCD29D312D}" type="slidenum">
              <a:rPr lang="de-DE" smtClean="0"/>
              <a:t>‹#›</a:t>
            </a:fld>
            <a:endParaRPr lang="de-DE"/>
          </a:p>
        </p:txBody>
      </p:sp>
    </p:spTree>
    <p:extLst>
      <p:ext uri="{BB962C8B-B14F-4D97-AF65-F5344CB8AC3E}">
        <p14:creationId xmlns:p14="http://schemas.microsoft.com/office/powerpoint/2010/main" val="490467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E316D6-A011-6964-B717-A16A6C20AB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A3678C05-3D54-EE25-8072-5A9C8FDA40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513E6A6F-7169-4280-1602-273ADF2D2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77312-B4F4-40AB-A016-8247D1FDD225}" type="datetimeFigureOut">
              <a:rPr lang="de-DE" smtClean="0"/>
              <a:t>26.03.2026</a:t>
            </a:fld>
            <a:endParaRPr lang="de-DE"/>
          </a:p>
        </p:txBody>
      </p:sp>
      <p:sp>
        <p:nvSpPr>
          <p:cNvPr id="5" name="Footer Placeholder 4">
            <a:extLst>
              <a:ext uri="{FF2B5EF4-FFF2-40B4-BE49-F238E27FC236}">
                <a16:creationId xmlns:a16="http://schemas.microsoft.com/office/drawing/2014/main" id="{386613FF-ADED-D39C-B932-61A537519D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6C1CE320-9B95-2F13-0B97-DA26918469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A4F343-3EC8-4106-848F-5CDCD29D312D}" type="slidenum">
              <a:rPr lang="de-DE" smtClean="0"/>
              <a:t>‹#›</a:t>
            </a:fld>
            <a:endParaRPr lang="de-DE"/>
          </a:p>
        </p:txBody>
      </p:sp>
    </p:spTree>
    <p:extLst>
      <p:ext uri="{BB962C8B-B14F-4D97-AF65-F5344CB8AC3E}">
        <p14:creationId xmlns:p14="http://schemas.microsoft.com/office/powerpoint/2010/main" val="4114146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UVfveoImQI4"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youtube.com/watch?v=-AcOJRwvYAU"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10.xml"/><Relationship Id="rId18" Type="http://schemas.openxmlformats.org/officeDocument/2006/relationships/image" Target="../media/image16.png"/><Relationship Id="rId3" Type="http://schemas.openxmlformats.org/officeDocument/2006/relationships/customXml" Target="../ink/ink5.xml"/><Relationship Id="rId7" Type="http://schemas.openxmlformats.org/officeDocument/2006/relationships/customXml" Target="../ink/ink7.xml"/><Relationship Id="rId12" Type="http://schemas.openxmlformats.org/officeDocument/2006/relationships/image" Target="../media/image13.png"/><Relationship Id="rId17" Type="http://schemas.openxmlformats.org/officeDocument/2006/relationships/customXml" Target="../ink/ink12.xml"/><Relationship Id="rId2" Type="http://schemas.openxmlformats.org/officeDocument/2006/relationships/image" Target="../media/image8.png"/><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customXml" Target="../ink/ink9.xml"/><Relationship Id="rId5" Type="http://schemas.openxmlformats.org/officeDocument/2006/relationships/customXml" Target="../ink/ink6.xml"/><Relationship Id="rId15" Type="http://schemas.openxmlformats.org/officeDocument/2006/relationships/customXml" Target="../ink/ink11.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8.xml"/><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ABF95-6113-8DA9-C502-CECD9E7BF5B9}"/>
              </a:ext>
            </a:extLst>
          </p:cNvPr>
          <p:cNvSpPr>
            <a:spLocks noGrp="1"/>
          </p:cNvSpPr>
          <p:nvPr>
            <p:ph type="ctrTitle"/>
          </p:nvPr>
        </p:nvSpPr>
        <p:spPr/>
        <p:txBody>
          <a:bodyPr/>
          <a:lstStyle/>
          <a:p>
            <a:r>
              <a:rPr lang="de-DE" dirty="0"/>
              <a:t>Kryptologie</a:t>
            </a:r>
          </a:p>
        </p:txBody>
      </p:sp>
      <p:sp>
        <p:nvSpPr>
          <p:cNvPr id="3" name="Subtitle 2">
            <a:extLst>
              <a:ext uri="{FF2B5EF4-FFF2-40B4-BE49-F238E27FC236}">
                <a16:creationId xmlns:a16="http://schemas.microsoft.com/office/drawing/2014/main" id="{2073AA0E-4B87-C226-C354-3FAA7923B083}"/>
              </a:ext>
            </a:extLst>
          </p:cNvPr>
          <p:cNvSpPr>
            <a:spLocks noGrp="1"/>
          </p:cNvSpPr>
          <p:nvPr>
            <p:ph type="subTitle" idx="1"/>
          </p:nvPr>
        </p:nvSpPr>
        <p:spPr/>
        <p:txBody>
          <a:bodyPr/>
          <a:lstStyle/>
          <a:p>
            <a:r>
              <a:rPr lang="de-DE" dirty="0"/>
              <a:t>Ludovic Sauthier @ KSL</a:t>
            </a:r>
          </a:p>
        </p:txBody>
      </p:sp>
    </p:spTree>
    <p:extLst>
      <p:ext uri="{BB962C8B-B14F-4D97-AF65-F5344CB8AC3E}">
        <p14:creationId xmlns:p14="http://schemas.microsoft.com/office/powerpoint/2010/main" val="1030347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B70D4-DA3C-7E2F-5F5D-90D86A802BB4}"/>
              </a:ext>
            </a:extLst>
          </p:cNvPr>
          <p:cNvSpPr>
            <a:spLocks noGrp="1"/>
          </p:cNvSpPr>
          <p:nvPr>
            <p:ph type="title"/>
          </p:nvPr>
        </p:nvSpPr>
        <p:spPr/>
        <p:txBody>
          <a:bodyPr/>
          <a:lstStyle/>
          <a:p>
            <a:r>
              <a:rPr lang="de-DE" dirty="0"/>
              <a:t>UBV-76</a:t>
            </a:r>
          </a:p>
        </p:txBody>
      </p:sp>
      <p:sp>
        <p:nvSpPr>
          <p:cNvPr id="3" name="Content Placeholder 2">
            <a:extLst>
              <a:ext uri="{FF2B5EF4-FFF2-40B4-BE49-F238E27FC236}">
                <a16:creationId xmlns:a16="http://schemas.microsoft.com/office/drawing/2014/main" id="{581630A5-C195-DA1F-B96F-40B2AC548E58}"/>
              </a:ext>
            </a:extLst>
          </p:cNvPr>
          <p:cNvSpPr>
            <a:spLocks noGrp="1"/>
          </p:cNvSpPr>
          <p:nvPr>
            <p:ph idx="1"/>
          </p:nvPr>
        </p:nvSpPr>
        <p:spPr>
          <a:xfrm>
            <a:off x="838200" y="1825624"/>
            <a:ext cx="4627800" cy="4438375"/>
          </a:xfrm>
        </p:spPr>
        <p:txBody>
          <a:bodyPr>
            <a:normAutofit/>
          </a:bodyPr>
          <a:lstStyle/>
          <a:p>
            <a:pPr marL="0" indent="0">
              <a:buNone/>
            </a:pPr>
            <a:r>
              <a:rPr lang="de-DE" sz="1800" dirty="0"/>
              <a:t>Der russische Radiosender UVB-76 (oft The Buzzer genannt) ist eine </a:t>
            </a:r>
            <a:r>
              <a:rPr lang="de-DE" sz="1800" b="1" dirty="0"/>
              <a:t>geheimnisvolle Station, die seit dem Ende der 1970er-Jahre auf der Frequenz 4625 kHz sendet</a:t>
            </a:r>
            <a:r>
              <a:rPr lang="de-DE" sz="1800" dirty="0"/>
              <a:t>. Meist ist ein gleichmäßiges Brummgeräusch zu hören, das nur sehr selten von russischen Sprachmeldungen mit </a:t>
            </a:r>
            <a:r>
              <a:rPr lang="de-DE" sz="1800" b="1" dirty="0"/>
              <a:t>Zahlen</a:t>
            </a:r>
            <a:r>
              <a:rPr lang="de-DE" sz="1800" dirty="0"/>
              <a:t> und </a:t>
            </a:r>
            <a:r>
              <a:rPr lang="de-DE" sz="1800" b="1" dirty="0"/>
              <a:t>codierten</a:t>
            </a:r>
            <a:r>
              <a:rPr lang="de-DE" sz="1800" dirty="0"/>
              <a:t> </a:t>
            </a:r>
            <a:r>
              <a:rPr lang="de-DE" sz="1800" b="1" dirty="0"/>
              <a:t>Wörtern</a:t>
            </a:r>
            <a:r>
              <a:rPr lang="de-DE" sz="1800" dirty="0"/>
              <a:t> unterbrochen wird. Viele vermuten, dass der Sender mit dem russischen Militär verbunden ist, möglicherweise für militärische Kommunikation oder ein Überwachungssystem, doch seine genaue Funktion wurde nie offiziell bestätigt, was zahlreiche Theorien entstehen lässt.</a:t>
            </a:r>
          </a:p>
        </p:txBody>
      </p:sp>
      <p:pic>
        <p:nvPicPr>
          <p:cNvPr id="5" name="Picture 4">
            <a:extLst>
              <a:ext uri="{FF2B5EF4-FFF2-40B4-BE49-F238E27FC236}">
                <a16:creationId xmlns:a16="http://schemas.microsoft.com/office/drawing/2014/main" id="{1CA015BA-98CE-E557-699F-2DBAF16F27E0}"/>
              </a:ext>
            </a:extLst>
          </p:cNvPr>
          <p:cNvPicPr>
            <a:picLocks noChangeAspect="1"/>
          </p:cNvPicPr>
          <p:nvPr/>
        </p:nvPicPr>
        <p:blipFill>
          <a:blip r:embed="rId2"/>
          <a:stretch>
            <a:fillRect/>
          </a:stretch>
        </p:blipFill>
        <p:spPr>
          <a:xfrm>
            <a:off x="6094100" y="1821934"/>
            <a:ext cx="4860000" cy="3044142"/>
          </a:xfrm>
          <a:prstGeom prst="rect">
            <a:avLst/>
          </a:prstGeom>
        </p:spPr>
      </p:pic>
      <p:sp>
        <p:nvSpPr>
          <p:cNvPr id="7" name="TextBox 6">
            <a:extLst>
              <a:ext uri="{FF2B5EF4-FFF2-40B4-BE49-F238E27FC236}">
                <a16:creationId xmlns:a16="http://schemas.microsoft.com/office/drawing/2014/main" id="{7691572F-66F6-A562-7428-AF09FF4BA030}"/>
              </a:ext>
            </a:extLst>
          </p:cNvPr>
          <p:cNvSpPr txBox="1"/>
          <p:nvPr/>
        </p:nvSpPr>
        <p:spPr>
          <a:xfrm>
            <a:off x="6006000" y="5094000"/>
            <a:ext cx="5805000" cy="1200329"/>
          </a:xfrm>
          <a:prstGeom prst="rect">
            <a:avLst/>
          </a:prstGeom>
          <a:noFill/>
        </p:spPr>
        <p:txBody>
          <a:bodyPr wrap="square">
            <a:spAutoFit/>
          </a:bodyPr>
          <a:lstStyle/>
          <a:p>
            <a:r>
              <a:rPr lang="de-DE" dirty="0">
                <a:hlinkClick r:id="rId3"/>
              </a:rPr>
              <a:t>https://www.youtube.com/watch?v=UVfveoImQI4</a:t>
            </a:r>
            <a:endParaRPr lang="de-DE" dirty="0"/>
          </a:p>
          <a:p>
            <a:r>
              <a:rPr lang="de-DE" dirty="0">
                <a:hlinkClick r:id="rId4"/>
              </a:rPr>
              <a:t>https://www.youtube.com/watch?v=-AcOJRwvYAU</a:t>
            </a:r>
            <a:endParaRPr lang="de-DE" dirty="0"/>
          </a:p>
          <a:p>
            <a:endParaRPr lang="de-DE" dirty="0"/>
          </a:p>
          <a:p>
            <a:endParaRPr lang="de-DE" dirty="0"/>
          </a:p>
        </p:txBody>
      </p:sp>
    </p:spTree>
    <p:extLst>
      <p:ext uri="{BB962C8B-B14F-4D97-AF65-F5344CB8AC3E}">
        <p14:creationId xmlns:p14="http://schemas.microsoft.com/office/powerpoint/2010/main" val="2485436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34A74-10D0-1333-7C9D-CF6FF7C36EE9}"/>
              </a:ext>
            </a:extLst>
          </p:cNvPr>
          <p:cNvSpPr>
            <a:spLocks noGrp="1"/>
          </p:cNvSpPr>
          <p:nvPr>
            <p:ph type="title"/>
          </p:nvPr>
        </p:nvSpPr>
        <p:spPr/>
        <p:txBody>
          <a:bodyPr>
            <a:normAutofit/>
          </a:bodyPr>
          <a:lstStyle/>
          <a:p>
            <a:r>
              <a:rPr lang="de-DE" dirty="0"/>
              <a:t>Einführung und Begriffe</a:t>
            </a:r>
          </a:p>
        </p:txBody>
      </p:sp>
      <p:sp>
        <p:nvSpPr>
          <p:cNvPr id="3" name="Content Placeholder 2">
            <a:extLst>
              <a:ext uri="{FF2B5EF4-FFF2-40B4-BE49-F238E27FC236}">
                <a16:creationId xmlns:a16="http://schemas.microsoft.com/office/drawing/2014/main" id="{41B6C116-08DA-5944-8B39-9095C17E5FF1}"/>
              </a:ext>
            </a:extLst>
          </p:cNvPr>
          <p:cNvSpPr>
            <a:spLocks noGrp="1"/>
          </p:cNvSpPr>
          <p:nvPr>
            <p:ph idx="1"/>
          </p:nvPr>
        </p:nvSpPr>
        <p:spPr/>
        <p:txBody>
          <a:bodyPr>
            <a:normAutofit fontScale="47500" lnSpcReduction="20000"/>
          </a:bodyPr>
          <a:lstStyle/>
          <a:p>
            <a:pPr marL="0" lvl="0" indent="0">
              <a:lnSpc>
                <a:spcPct val="110000"/>
              </a:lnSpc>
              <a:buNone/>
            </a:pPr>
            <a:r>
              <a:rPr lang="de-DE" dirty="0"/>
              <a:t>Die </a:t>
            </a:r>
            <a:r>
              <a:rPr lang="de-DE" b="1" dirty="0"/>
              <a:t>Kryptologie</a:t>
            </a:r>
            <a:r>
              <a:rPr lang="de-DE" dirty="0"/>
              <a:t> (vom griechischen </a:t>
            </a:r>
            <a:r>
              <a:rPr lang="de-DE" dirty="0" err="1"/>
              <a:t>kryptós</a:t>
            </a:r>
            <a:r>
              <a:rPr lang="de-DE" dirty="0"/>
              <a:t> für „versteckt, verborgen, geheim“) ist ein Teilgebiet der Informatik, welches sich mit der </a:t>
            </a:r>
            <a:r>
              <a:rPr lang="de-DE" b="1" dirty="0"/>
              <a:t>Geheimhaltung von Informationen</a:t>
            </a:r>
            <a:r>
              <a:rPr lang="de-DE" dirty="0"/>
              <a:t> befasst. Bis ins späte 20. Jahrhundert ging es dabei vor allem um die Ver- und Entschlüsselung von Informationen. </a:t>
            </a:r>
          </a:p>
          <a:p>
            <a:pPr marL="0" lvl="0" indent="0">
              <a:lnSpc>
                <a:spcPct val="110000"/>
              </a:lnSpc>
              <a:buNone/>
            </a:pPr>
            <a:r>
              <a:rPr lang="de-DE" dirty="0"/>
              <a:t>Mit dem Aufkommen von Computern und der elektronischen Datenverarbeitung kamen viele neue Teilgebiete wie digitale Signaturen, digitale Wahlverfahren oder digitales Geld (z.B. Bitcoins) dazu. Kryptologie kann in die zwei Teilbereiche Kryptographie und Kryptoanalyse aufgeteilt werden: </a:t>
            </a:r>
          </a:p>
          <a:p>
            <a:pPr marL="0" lvl="0" indent="0">
              <a:lnSpc>
                <a:spcPct val="110000"/>
              </a:lnSpc>
              <a:buNone/>
            </a:pPr>
            <a:r>
              <a:rPr lang="de-DE" dirty="0"/>
              <a:t>Bei der </a:t>
            </a:r>
            <a:r>
              <a:rPr lang="de-DE" b="1" dirty="0"/>
              <a:t>Kryptographie</a:t>
            </a:r>
            <a:r>
              <a:rPr lang="de-DE" dirty="0"/>
              <a:t> geht es um die Entwicklung und Bewertung von Verschlüsselungsverfahren. Dabei wir ein </a:t>
            </a:r>
            <a:r>
              <a:rPr lang="de-DE" b="1" dirty="0"/>
              <a:t>Klartext</a:t>
            </a:r>
            <a:r>
              <a:rPr lang="de-DE" dirty="0"/>
              <a:t> - als eine von allen lesbare Nachricht - in einen </a:t>
            </a:r>
            <a:r>
              <a:rPr lang="de-DE" b="1" dirty="0"/>
              <a:t>Geheimtext</a:t>
            </a:r>
            <a:r>
              <a:rPr lang="de-DE" dirty="0"/>
              <a:t> umgewandelt. Der Geheimtext soll ohne zusätzliches Wissen nicht mehr </a:t>
            </a:r>
            <a:r>
              <a:rPr lang="de-DE" dirty="0" err="1"/>
              <a:t>les</a:t>
            </a:r>
            <a:r>
              <a:rPr lang="de-DE" dirty="0"/>
              <a:t>- resp. interpretierbar sein. Die Umwandlung von Klartext zu Geheimtext nennen wir verschlüsseln, um den Geheimtext lesbar zu machen müssen wir ihn entschlüsseln.</a:t>
            </a:r>
          </a:p>
          <a:p>
            <a:pPr marL="0" lvl="0" indent="0">
              <a:lnSpc>
                <a:spcPct val="110000"/>
              </a:lnSpc>
              <a:buNone/>
            </a:pPr>
            <a:r>
              <a:rPr lang="de-DE" dirty="0"/>
              <a:t>Die </a:t>
            </a:r>
            <a:r>
              <a:rPr lang="de-DE" b="1" dirty="0"/>
              <a:t>Kryptoanalyse</a:t>
            </a:r>
            <a:r>
              <a:rPr lang="de-DE" dirty="0"/>
              <a:t> hingegen hat das Ziel, einen Geheimtext ohne den Schlüssel lesen zu können - also eine Verschlüsselung zu knacken. </a:t>
            </a:r>
          </a:p>
          <a:p>
            <a:pPr marL="0" lvl="0" indent="0">
              <a:lnSpc>
                <a:spcPct val="110000"/>
              </a:lnSpc>
              <a:buNone/>
            </a:pPr>
            <a:r>
              <a:rPr lang="de-DE" dirty="0"/>
              <a:t>Zwischen der Kryptographie und der Kryptoanalyse gibt es eine Art Katz- und Mausspiel, welches immer wieder neue Verschlüsselungsverfahren hervorgedrängt. Einige davon bilden die Grundlage für den sicheren elektronischen Datenaustausch, wie wir ihn heute kennen und täglich verwenden. </a:t>
            </a:r>
          </a:p>
          <a:p>
            <a:pPr marL="0" indent="0">
              <a:lnSpc>
                <a:spcPct val="110000"/>
              </a:lnSpc>
              <a:buNone/>
            </a:pPr>
            <a:r>
              <a:rPr lang="de-DE" dirty="0"/>
              <a:t>Ein Krypto System besteht aus einem </a:t>
            </a:r>
            <a:r>
              <a:rPr lang="de-DE" b="1" dirty="0"/>
              <a:t>Verschlüsselungsverfahren</a:t>
            </a:r>
            <a:r>
              <a:rPr lang="de-DE" dirty="0"/>
              <a:t>, welches einen </a:t>
            </a:r>
            <a:r>
              <a:rPr lang="de-DE" b="1" dirty="0"/>
              <a:t>Klartext</a:t>
            </a:r>
            <a:r>
              <a:rPr lang="de-DE" dirty="0"/>
              <a:t> mit Hilfe eines </a:t>
            </a:r>
            <a:r>
              <a:rPr lang="de-DE" b="1" dirty="0"/>
              <a:t>Schlüssels</a:t>
            </a:r>
            <a:r>
              <a:rPr lang="de-DE" dirty="0"/>
              <a:t> in einen </a:t>
            </a:r>
            <a:r>
              <a:rPr lang="de-DE" b="1" dirty="0"/>
              <a:t>Geheimtext</a:t>
            </a:r>
            <a:r>
              <a:rPr lang="de-DE" dirty="0"/>
              <a:t> umwandelt, und einem Entschlüsselungsverfahren, welches aus dem Geheimtext mit Hilfe des gleichen Schlüssels den Klartext wiederherstellt.</a:t>
            </a:r>
          </a:p>
        </p:txBody>
      </p:sp>
      <p:pic>
        <p:nvPicPr>
          <p:cNvPr id="5" name="Picture 4">
            <a:extLst>
              <a:ext uri="{FF2B5EF4-FFF2-40B4-BE49-F238E27FC236}">
                <a16:creationId xmlns:a16="http://schemas.microsoft.com/office/drawing/2014/main" id="{157E7816-AB3A-C445-DFEC-C804AF88A553}"/>
              </a:ext>
            </a:extLst>
          </p:cNvPr>
          <p:cNvPicPr>
            <a:picLocks noChangeAspect="1"/>
          </p:cNvPicPr>
          <p:nvPr/>
        </p:nvPicPr>
        <p:blipFill>
          <a:blip r:embed="rId2"/>
          <a:stretch>
            <a:fillRect/>
          </a:stretch>
        </p:blipFill>
        <p:spPr>
          <a:xfrm>
            <a:off x="4273500" y="4869000"/>
            <a:ext cx="3645000" cy="1741405"/>
          </a:xfrm>
          <a:prstGeom prst="rect">
            <a:avLst/>
          </a:prstGeom>
        </p:spPr>
      </p:pic>
    </p:spTree>
    <p:extLst>
      <p:ext uri="{BB962C8B-B14F-4D97-AF65-F5344CB8AC3E}">
        <p14:creationId xmlns:p14="http://schemas.microsoft.com/office/powerpoint/2010/main" val="16495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5AAA5-EAFD-CFB4-66E1-6AB0A6018A19}"/>
              </a:ext>
            </a:extLst>
          </p:cNvPr>
          <p:cNvSpPr>
            <a:spLocks noGrp="1"/>
          </p:cNvSpPr>
          <p:nvPr>
            <p:ph type="title"/>
          </p:nvPr>
        </p:nvSpPr>
        <p:spPr/>
        <p:txBody>
          <a:bodyPr/>
          <a:lstStyle/>
          <a:p>
            <a:pPr marL="0" lvl="0" indent="0">
              <a:lnSpc>
                <a:spcPct val="110000"/>
              </a:lnSpc>
              <a:buNone/>
            </a:pPr>
            <a:r>
              <a:rPr lang="de-DE" sz="2800" b="1" i="0" u="none" strike="noStrike" kern="1200" baseline="0" dirty="0">
                <a:solidFill>
                  <a:schemeClr val="tx1"/>
                </a:solidFill>
                <a:latin typeface="+mn-lt"/>
                <a:ea typeface="+mn-ea"/>
                <a:cs typeface="+mn-cs"/>
              </a:rPr>
              <a:t>Verschlüsselung durch Transposition</a:t>
            </a:r>
            <a:endParaRPr lang="de-DE" dirty="0"/>
          </a:p>
        </p:txBody>
      </p:sp>
      <p:sp>
        <p:nvSpPr>
          <p:cNvPr id="3" name="Content Placeholder 2">
            <a:extLst>
              <a:ext uri="{FF2B5EF4-FFF2-40B4-BE49-F238E27FC236}">
                <a16:creationId xmlns:a16="http://schemas.microsoft.com/office/drawing/2014/main" id="{B414737F-E2C6-92A4-92A3-9745541BE6B0}"/>
              </a:ext>
            </a:extLst>
          </p:cNvPr>
          <p:cNvSpPr>
            <a:spLocks noGrp="1"/>
          </p:cNvSpPr>
          <p:nvPr>
            <p:ph idx="1"/>
          </p:nvPr>
        </p:nvSpPr>
        <p:spPr/>
        <p:txBody>
          <a:bodyPr>
            <a:normAutofit/>
          </a:bodyPr>
          <a:lstStyle/>
          <a:p>
            <a:pPr marL="0" indent="0">
              <a:lnSpc>
                <a:spcPct val="100000"/>
              </a:lnSpc>
              <a:buNone/>
            </a:pPr>
            <a:r>
              <a:rPr lang="de-DE" sz="1800" dirty="0"/>
              <a:t>Bei der Verschlüsselung der Transposition wird die </a:t>
            </a:r>
            <a:r>
              <a:rPr lang="de-DE" sz="1800" b="1" dirty="0"/>
              <a:t>Reihenfolge</a:t>
            </a:r>
            <a:r>
              <a:rPr lang="de-DE" sz="1800" dirty="0"/>
              <a:t> der Buchstaben im Klartext verändert. Ein D an der ersten Stelle im Klartext wird zum Beispiel an die dritte Stelle im Geheimtext verschoben - es bleibt aber ein D.</a:t>
            </a:r>
          </a:p>
          <a:p>
            <a:pPr marL="0" indent="0">
              <a:lnSpc>
                <a:spcPct val="100000"/>
              </a:lnSpc>
              <a:buNone/>
            </a:pPr>
            <a:r>
              <a:rPr lang="de-DE" sz="1800" dirty="0"/>
              <a:t>Die </a:t>
            </a:r>
            <a:r>
              <a:rPr lang="de-DE" sz="1800" b="1" dirty="0" err="1"/>
              <a:t>Skytale</a:t>
            </a:r>
            <a:r>
              <a:rPr lang="de-DE" sz="1800" dirty="0"/>
              <a:t> (von griechisch </a:t>
            </a:r>
            <a:r>
              <a:rPr lang="de-DE" sz="1800" dirty="0" err="1"/>
              <a:t>scytale</a:t>
            </a:r>
            <a:r>
              <a:rPr lang="de-DE" sz="1800" dirty="0"/>
              <a:t> für „Stock“ oder „Stab“) wurde vor rund 2500 Jahren von den Spartanern verwendet und ist damit das älteste bekannte militärische </a:t>
            </a:r>
            <a:r>
              <a:rPr lang="de-DE" sz="1800" b="1" dirty="0"/>
              <a:t>Verschlüsselungsverfahren</a:t>
            </a:r>
            <a:r>
              <a:rPr lang="de-DE" sz="1800" dirty="0"/>
              <a:t>. Dabei wird ein Leder- oder Pergamentstreifen um einen Stock gewickelt und die Nachricht wird dann entlang dem Stock aufgeschrieben. Danach wird das Band abgewickelt und ohne Stock überbracht. Der Empfänger muss das Band um einen Stock </a:t>
            </a:r>
            <a:r>
              <a:rPr lang="de-DE" sz="1800" b="1" dirty="0"/>
              <a:t>mit dem richtigen Dicken </a:t>
            </a:r>
            <a:r>
              <a:rPr lang="de-DE" sz="1800" dirty="0"/>
              <a:t>wickeln, um die Nachricht zu entschlüsseln.</a:t>
            </a:r>
          </a:p>
        </p:txBody>
      </p:sp>
      <p:pic>
        <p:nvPicPr>
          <p:cNvPr id="5" name="Picture 4">
            <a:extLst>
              <a:ext uri="{FF2B5EF4-FFF2-40B4-BE49-F238E27FC236}">
                <a16:creationId xmlns:a16="http://schemas.microsoft.com/office/drawing/2014/main" id="{72BE24F4-F23E-2965-C443-318891B016F3}"/>
              </a:ext>
            </a:extLst>
          </p:cNvPr>
          <p:cNvPicPr>
            <a:picLocks noChangeAspect="1"/>
          </p:cNvPicPr>
          <p:nvPr/>
        </p:nvPicPr>
        <p:blipFill>
          <a:blip r:embed="rId2"/>
          <a:stretch>
            <a:fillRect/>
          </a:stretch>
        </p:blipFill>
        <p:spPr>
          <a:xfrm>
            <a:off x="876000" y="4554000"/>
            <a:ext cx="6277851" cy="2076740"/>
          </a:xfrm>
          <a:prstGeom prst="rect">
            <a:avLst/>
          </a:prstGeom>
        </p:spPr>
      </p:pic>
      <p:sp>
        <p:nvSpPr>
          <p:cNvPr id="7" name="TextBox 6">
            <a:extLst>
              <a:ext uri="{FF2B5EF4-FFF2-40B4-BE49-F238E27FC236}">
                <a16:creationId xmlns:a16="http://schemas.microsoft.com/office/drawing/2014/main" id="{000D6AAE-C81B-317C-81FA-F3FA1D5E44EF}"/>
              </a:ext>
            </a:extLst>
          </p:cNvPr>
          <p:cNvSpPr txBox="1"/>
          <p:nvPr/>
        </p:nvSpPr>
        <p:spPr>
          <a:xfrm>
            <a:off x="6543326" y="4769893"/>
            <a:ext cx="5421000" cy="954107"/>
          </a:xfrm>
          <a:prstGeom prst="rect">
            <a:avLst/>
          </a:prstGeom>
          <a:noFill/>
        </p:spPr>
        <p:txBody>
          <a:bodyPr wrap="square">
            <a:spAutoFit/>
          </a:bodyPr>
          <a:lstStyle/>
          <a:p>
            <a:r>
              <a:rPr lang="de-DE" sz="1400" i="1" dirty="0"/>
              <a:t>In der Abbildung ist der Klartext also „WIR GREIFEN UM DREI VON WESTEN...“, der Geheimtext „WEUIEALEUXIIMVS...“ steht auf dem abgerollten Band. Der Schlüssel dieses Krypto Systems ist 10, weil auf einer Umrundung des Bandes genau 10 Buchstaben Platz haben.</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75DD65E3-2F70-3CFD-DC13-FB592B06A5C3}"/>
                  </a:ext>
                </a:extLst>
              </p14:cNvPr>
              <p14:cNvContentPartPr/>
              <p14:nvPr/>
            </p14:nvContentPartPr>
            <p14:xfrm>
              <a:off x="9425100" y="4859893"/>
              <a:ext cx="549720" cy="57960"/>
            </p14:xfrm>
          </p:contentPart>
        </mc:Choice>
        <mc:Fallback xmlns="">
          <p:pic>
            <p:nvPicPr>
              <p:cNvPr id="8" name="Ink 7">
                <a:extLst>
                  <a:ext uri="{FF2B5EF4-FFF2-40B4-BE49-F238E27FC236}">
                    <a16:creationId xmlns:a16="http://schemas.microsoft.com/office/drawing/2014/main" id="{75DD65E3-2F70-3CFD-DC13-FB592B06A5C3}"/>
                  </a:ext>
                </a:extLst>
              </p:cNvPr>
              <p:cNvPicPr/>
              <p:nvPr/>
            </p:nvPicPr>
            <p:blipFill>
              <a:blip r:embed="rId4"/>
              <a:stretch>
                <a:fillRect/>
              </a:stretch>
            </p:blipFill>
            <p:spPr>
              <a:xfrm>
                <a:off x="9389100" y="4787893"/>
                <a:ext cx="6213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0EFB03D8-A2F3-9478-30DA-E51424D75AFC}"/>
                  </a:ext>
                </a:extLst>
              </p14:cNvPr>
              <p14:cNvContentPartPr/>
              <p14:nvPr/>
            </p14:nvContentPartPr>
            <p14:xfrm>
              <a:off x="1801380" y="4655200"/>
              <a:ext cx="1140480" cy="54360"/>
            </p14:xfrm>
          </p:contentPart>
        </mc:Choice>
        <mc:Fallback xmlns="">
          <p:pic>
            <p:nvPicPr>
              <p:cNvPr id="9" name="Ink 8">
                <a:extLst>
                  <a:ext uri="{FF2B5EF4-FFF2-40B4-BE49-F238E27FC236}">
                    <a16:creationId xmlns:a16="http://schemas.microsoft.com/office/drawing/2014/main" id="{0EFB03D8-A2F3-9478-30DA-E51424D75AFC}"/>
                  </a:ext>
                </a:extLst>
              </p:cNvPr>
              <p:cNvPicPr/>
              <p:nvPr/>
            </p:nvPicPr>
            <p:blipFill>
              <a:blip r:embed="rId6"/>
              <a:stretch>
                <a:fillRect/>
              </a:stretch>
            </p:blipFill>
            <p:spPr>
              <a:xfrm>
                <a:off x="1765380" y="4583200"/>
                <a:ext cx="12121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DAF4A3D4-073E-9665-1DA0-0419546AF79A}"/>
                  </a:ext>
                </a:extLst>
              </p14:cNvPr>
              <p14:cNvContentPartPr/>
              <p14:nvPr/>
            </p14:nvContentPartPr>
            <p14:xfrm>
              <a:off x="8737140" y="5094613"/>
              <a:ext cx="677880" cy="57960"/>
            </p14:xfrm>
          </p:contentPart>
        </mc:Choice>
        <mc:Fallback xmlns="">
          <p:pic>
            <p:nvPicPr>
              <p:cNvPr id="10" name="Ink 9">
                <a:extLst>
                  <a:ext uri="{FF2B5EF4-FFF2-40B4-BE49-F238E27FC236}">
                    <a16:creationId xmlns:a16="http://schemas.microsoft.com/office/drawing/2014/main" id="{DAF4A3D4-073E-9665-1DA0-0419546AF79A}"/>
                  </a:ext>
                </a:extLst>
              </p:cNvPr>
              <p:cNvPicPr/>
              <p:nvPr/>
            </p:nvPicPr>
            <p:blipFill>
              <a:blip r:embed="rId8"/>
              <a:stretch>
                <a:fillRect/>
              </a:stretch>
            </p:blipFill>
            <p:spPr>
              <a:xfrm>
                <a:off x="8701140" y="5022613"/>
                <a:ext cx="7495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269E8849-2006-C77D-1340-D3401FC186B0}"/>
                  </a:ext>
                </a:extLst>
              </p14:cNvPr>
              <p14:cNvContentPartPr/>
              <p14:nvPr/>
            </p14:nvContentPartPr>
            <p14:xfrm>
              <a:off x="1905420" y="4751680"/>
              <a:ext cx="81720" cy="1538640"/>
            </p14:xfrm>
          </p:contentPart>
        </mc:Choice>
        <mc:Fallback xmlns="">
          <p:pic>
            <p:nvPicPr>
              <p:cNvPr id="11" name="Ink 10">
                <a:extLst>
                  <a:ext uri="{FF2B5EF4-FFF2-40B4-BE49-F238E27FC236}">
                    <a16:creationId xmlns:a16="http://schemas.microsoft.com/office/drawing/2014/main" id="{269E8849-2006-C77D-1340-D3401FC186B0}"/>
                  </a:ext>
                </a:extLst>
              </p:cNvPr>
              <p:cNvPicPr/>
              <p:nvPr/>
            </p:nvPicPr>
            <p:blipFill>
              <a:blip r:embed="rId10"/>
              <a:stretch>
                <a:fillRect/>
              </a:stretch>
            </p:blipFill>
            <p:spPr>
              <a:xfrm>
                <a:off x="1869420" y="4679680"/>
                <a:ext cx="153360" cy="1682280"/>
              </a:xfrm>
              <a:prstGeom prst="rect">
                <a:avLst/>
              </a:prstGeom>
            </p:spPr>
          </p:pic>
        </mc:Fallback>
      </mc:AlternateContent>
    </p:spTree>
    <p:extLst>
      <p:ext uri="{BB962C8B-B14F-4D97-AF65-F5344CB8AC3E}">
        <p14:creationId xmlns:p14="http://schemas.microsoft.com/office/powerpoint/2010/main" val="3365161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1A086-61A9-7ED5-5F9E-A643AE298CED}"/>
              </a:ext>
            </a:extLst>
          </p:cNvPr>
          <p:cNvSpPr>
            <a:spLocks noGrp="1"/>
          </p:cNvSpPr>
          <p:nvPr>
            <p:ph type="title"/>
          </p:nvPr>
        </p:nvSpPr>
        <p:spPr>
          <a:xfrm>
            <a:off x="838200" y="365125"/>
            <a:ext cx="10515600" cy="1325563"/>
          </a:xfrm>
        </p:spPr>
        <p:txBody>
          <a:bodyPr/>
          <a:lstStyle/>
          <a:p>
            <a:pPr lvl="0"/>
            <a:r>
              <a:rPr lang="de-DE" dirty="0"/>
              <a:t>Aufgaben </a:t>
            </a:r>
          </a:p>
        </p:txBody>
      </p:sp>
      <p:sp>
        <p:nvSpPr>
          <p:cNvPr id="3" name="Content Placeholder 2">
            <a:extLst>
              <a:ext uri="{FF2B5EF4-FFF2-40B4-BE49-F238E27FC236}">
                <a16:creationId xmlns:a16="http://schemas.microsoft.com/office/drawing/2014/main" id="{F19FEC0A-52CC-B90D-9C80-14005C5ADC5B}"/>
              </a:ext>
            </a:extLst>
          </p:cNvPr>
          <p:cNvSpPr>
            <a:spLocks noGrp="1"/>
          </p:cNvSpPr>
          <p:nvPr>
            <p:ph idx="1"/>
          </p:nvPr>
        </p:nvSpPr>
        <p:spPr>
          <a:xfrm>
            <a:off x="838200" y="1825625"/>
            <a:ext cx="10515600" cy="4351338"/>
          </a:xfrm>
        </p:spPr>
        <p:txBody>
          <a:bodyPr/>
          <a:lstStyle/>
          <a:p>
            <a:pPr marL="914400" lvl="1" indent="-457200">
              <a:buFont typeface="+mj-lt"/>
              <a:buAutoNum type="arabicPeriod"/>
            </a:pPr>
            <a:r>
              <a:rPr lang="de-DE" dirty="0"/>
              <a:t>Wie lautet der Geheimtext zur Nachricht </a:t>
            </a:r>
            <a:br>
              <a:rPr lang="de-DE" dirty="0"/>
            </a:br>
            <a:r>
              <a:rPr lang="de-DE" sz="2000" i="1" dirty="0">
                <a:solidFill>
                  <a:schemeClr val="accent1"/>
                </a:solidFill>
              </a:rPr>
              <a:t>HUETET EUCH AM MORGARTEN</a:t>
            </a:r>
            <a:r>
              <a:rPr lang="de-DE" dirty="0"/>
              <a:t>, </a:t>
            </a:r>
            <a:br>
              <a:rPr lang="de-DE" dirty="0"/>
            </a:br>
            <a:r>
              <a:rPr lang="de-DE" dirty="0"/>
              <a:t>wenn ein </a:t>
            </a:r>
            <a:r>
              <a:rPr lang="de-DE" dirty="0" err="1"/>
              <a:t>Skytale</a:t>
            </a:r>
            <a:r>
              <a:rPr lang="de-DE" dirty="0"/>
              <a:t> mit Umfang 5 verwendet wird? </a:t>
            </a:r>
          </a:p>
          <a:p>
            <a:pPr marL="914400" lvl="1" indent="-457200">
              <a:buFont typeface="+mj-lt"/>
              <a:buAutoNum type="arabicPeriod"/>
            </a:pPr>
            <a:r>
              <a:rPr lang="de-DE" dirty="0"/>
              <a:t>Der Geheimtext </a:t>
            </a:r>
            <a:r>
              <a:rPr lang="de-DE" sz="2000" i="1" dirty="0">
                <a:solidFill>
                  <a:schemeClr val="accent1"/>
                </a:solidFill>
              </a:rPr>
              <a:t>SMUIREIPCINNKMEYHTDESPTLUDERTFHEERRSEEENTETTNRRXZIDAKNMUEHEEADOQ </a:t>
            </a:r>
            <a:br>
              <a:rPr lang="de-DE" dirty="0"/>
            </a:br>
            <a:r>
              <a:rPr lang="de-DE" dirty="0"/>
              <a:t>wurde mit einem </a:t>
            </a:r>
            <a:r>
              <a:rPr lang="de-DE" dirty="0" err="1"/>
              <a:t>Skytale</a:t>
            </a:r>
            <a:r>
              <a:rPr lang="de-DE" dirty="0"/>
              <a:t> mit Umfang 8 Zeichen verschlüsselt. Wie lautet der Klartext? </a:t>
            </a:r>
          </a:p>
          <a:p>
            <a:pPr marL="914400" lvl="1" indent="-457200">
              <a:buFont typeface="+mj-lt"/>
              <a:buAutoNum type="arabicPeriod"/>
            </a:pPr>
            <a:r>
              <a:rPr lang="de-DE" dirty="0"/>
              <a:t>Ein Bote wurde mit der Nachricht </a:t>
            </a:r>
            <a:r>
              <a:rPr lang="de-DE" sz="2000" i="1" dirty="0">
                <a:solidFill>
                  <a:schemeClr val="accent1"/>
                </a:solidFill>
              </a:rPr>
              <a:t>SESYKISPYNITTBCOAEHSLSEYEORSINETSDSETEKMKRRR</a:t>
            </a:r>
            <a:r>
              <a:rPr lang="de-DE" dirty="0"/>
              <a:t> </a:t>
            </a:r>
            <a:br>
              <a:rPr lang="de-DE" dirty="0"/>
            </a:br>
            <a:r>
              <a:rPr lang="de-DE" dirty="0"/>
              <a:t>abgefangen. Wie lautet der Klartext?</a:t>
            </a:r>
          </a:p>
        </p:txBody>
      </p:sp>
    </p:spTree>
    <p:extLst>
      <p:ext uri="{BB962C8B-B14F-4D97-AF65-F5344CB8AC3E}">
        <p14:creationId xmlns:p14="http://schemas.microsoft.com/office/powerpoint/2010/main" val="1930288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13C11-43EB-16FD-C294-63DC8083896A}"/>
              </a:ext>
            </a:extLst>
          </p:cNvPr>
          <p:cNvSpPr>
            <a:spLocks noGrp="1"/>
          </p:cNvSpPr>
          <p:nvPr>
            <p:ph type="title"/>
          </p:nvPr>
        </p:nvSpPr>
        <p:spPr/>
        <p:txBody>
          <a:bodyPr/>
          <a:lstStyle/>
          <a:p>
            <a:r>
              <a:rPr lang="de-DE" dirty="0"/>
              <a:t>Gartenzaun-Methode</a:t>
            </a:r>
          </a:p>
        </p:txBody>
      </p:sp>
      <p:sp>
        <p:nvSpPr>
          <p:cNvPr id="3" name="Content Placeholder 2">
            <a:extLst>
              <a:ext uri="{FF2B5EF4-FFF2-40B4-BE49-F238E27FC236}">
                <a16:creationId xmlns:a16="http://schemas.microsoft.com/office/drawing/2014/main" id="{840F57FD-0FA3-DD66-3E68-7C9EE0C8C85C}"/>
              </a:ext>
            </a:extLst>
          </p:cNvPr>
          <p:cNvSpPr>
            <a:spLocks noGrp="1"/>
          </p:cNvSpPr>
          <p:nvPr>
            <p:ph idx="1"/>
          </p:nvPr>
        </p:nvSpPr>
        <p:spPr>
          <a:xfrm>
            <a:off x="838200" y="1825625"/>
            <a:ext cx="10515600" cy="2278375"/>
          </a:xfrm>
        </p:spPr>
        <p:txBody>
          <a:bodyPr>
            <a:normAutofit/>
          </a:bodyPr>
          <a:lstStyle/>
          <a:p>
            <a:pPr marL="0" indent="0">
              <a:buNone/>
            </a:pPr>
            <a:r>
              <a:rPr lang="de-DE" sz="2000" dirty="0"/>
              <a:t>Bei der Gartenzaun-Methode (auch Jägerzaun, Zick-Zack oder </a:t>
            </a:r>
            <a:r>
              <a:rPr lang="de-DE" sz="2000" dirty="0" err="1"/>
              <a:t>Railfence</a:t>
            </a:r>
            <a:r>
              <a:rPr lang="de-DE" sz="2000" dirty="0"/>
              <a:t> genannt) wird der Klartext in einem Zick-Zack-Muster gemäß der Abbildung unten aufgeschrieben. Die Anzahl Zeilen (im Beispiel 3) ist dabei der Schlüssel. Nachdem der Klartext so notiert wurde, werden die Buchstaben zeilenweise abgelesen.</a:t>
            </a:r>
          </a:p>
        </p:txBody>
      </p:sp>
      <p:pic>
        <p:nvPicPr>
          <p:cNvPr id="5" name="Picture 4">
            <a:extLst>
              <a:ext uri="{FF2B5EF4-FFF2-40B4-BE49-F238E27FC236}">
                <a16:creationId xmlns:a16="http://schemas.microsoft.com/office/drawing/2014/main" id="{12554389-BC61-344C-AE8B-34620FABD7F5}"/>
              </a:ext>
            </a:extLst>
          </p:cNvPr>
          <p:cNvPicPr>
            <a:picLocks noChangeAspect="1"/>
          </p:cNvPicPr>
          <p:nvPr/>
        </p:nvPicPr>
        <p:blipFill>
          <a:blip r:embed="rId2"/>
          <a:stretch>
            <a:fillRect/>
          </a:stretch>
        </p:blipFill>
        <p:spPr>
          <a:xfrm>
            <a:off x="843900" y="3429000"/>
            <a:ext cx="8740934" cy="2278374"/>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9C6972E6-2072-7157-234B-AD7014BA6456}"/>
                  </a:ext>
                </a:extLst>
              </p14:cNvPr>
              <p14:cNvContentPartPr/>
              <p14:nvPr/>
            </p14:nvContentPartPr>
            <p14:xfrm>
              <a:off x="1924140" y="5074240"/>
              <a:ext cx="265680" cy="29520"/>
            </p14:xfrm>
          </p:contentPart>
        </mc:Choice>
        <mc:Fallback xmlns="">
          <p:pic>
            <p:nvPicPr>
              <p:cNvPr id="6" name="Ink 5">
                <a:extLst>
                  <a:ext uri="{FF2B5EF4-FFF2-40B4-BE49-F238E27FC236}">
                    <a16:creationId xmlns:a16="http://schemas.microsoft.com/office/drawing/2014/main" id="{9C6972E6-2072-7157-234B-AD7014BA6456}"/>
                  </a:ext>
                </a:extLst>
              </p:cNvPr>
              <p:cNvPicPr/>
              <p:nvPr/>
            </p:nvPicPr>
            <p:blipFill>
              <a:blip r:embed="rId4"/>
              <a:stretch>
                <a:fillRect/>
              </a:stretch>
            </p:blipFill>
            <p:spPr>
              <a:xfrm>
                <a:off x="1888140" y="5002240"/>
                <a:ext cx="3373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BFE51648-8F28-83C9-CA77-B54D36226B5C}"/>
                  </a:ext>
                </a:extLst>
              </p14:cNvPr>
              <p14:cNvContentPartPr/>
              <p14:nvPr/>
            </p14:nvContentPartPr>
            <p14:xfrm>
              <a:off x="1941420" y="4084600"/>
              <a:ext cx="322920" cy="33120"/>
            </p14:xfrm>
          </p:contentPart>
        </mc:Choice>
        <mc:Fallback xmlns="">
          <p:pic>
            <p:nvPicPr>
              <p:cNvPr id="7" name="Ink 6">
                <a:extLst>
                  <a:ext uri="{FF2B5EF4-FFF2-40B4-BE49-F238E27FC236}">
                    <a16:creationId xmlns:a16="http://schemas.microsoft.com/office/drawing/2014/main" id="{BFE51648-8F28-83C9-CA77-B54D36226B5C}"/>
                  </a:ext>
                </a:extLst>
              </p:cNvPr>
              <p:cNvPicPr/>
              <p:nvPr/>
            </p:nvPicPr>
            <p:blipFill>
              <a:blip r:embed="rId6"/>
              <a:stretch>
                <a:fillRect/>
              </a:stretch>
            </p:blipFill>
            <p:spPr>
              <a:xfrm>
                <a:off x="1905420" y="4012600"/>
                <a:ext cx="3945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F959CB5-6FA7-6A5D-D928-232C158ADA88}"/>
                  </a:ext>
                </a:extLst>
              </p14:cNvPr>
              <p14:cNvContentPartPr/>
              <p14:nvPr/>
            </p14:nvContentPartPr>
            <p14:xfrm>
              <a:off x="3203940" y="4061560"/>
              <a:ext cx="343080" cy="54360"/>
            </p14:xfrm>
          </p:contentPart>
        </mc:Choice>
        <mc:Fallback xmlns="">
          <p:pic>
            <p:nvPicPr>
              <p:cNvPr id="8" name="Ink 7">
                <a:extLst>
                  <a:ext uri="{FF2B5EF4-FFF2-40B4-BE49-F238E27FC236}">
                    <a16:creationId xmlns:a16="http://schemas.microsoft.com/office/drawing/2014/main" id="{FF959CB5-6FA7-6A5D-D928-232C158ADA88}"/>
                  </a:ext>
                </a:extLst>
              </p:cNvPr>
              <p:cNvPicPr/>
              <p:nvPr/>
            </p:nvPicPr>
            <p:blipFill>
              <a:blip r:embed="rId8"/>
              <a:stretch>
                <a:fillRect/>
              </a:stretch>
            </p:blipFill>
            <p:spPr>
              <a:xfrm>
                <a:off x="3167940" y="3989560"/>
                <a:ext cx="4147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92AC0123-811E-86C2-57AF-C72351855AA7}"/>
                  </a:ext>
                </a:extLst>
              </p14:cNvPr>
              <p14:cNvContentPartPr/>
              <p14:nvPr/>
            </p14:nvContentPartPr>
            <p14:xfrm>
              <a:off x="2309340" y="5031760"/>
              <a:ext cx="225720" cy="38520"/>
            </p14:xfrm>
          </p:contentPart>
        </mc:Choice>
        <mc:Fallback xmlns="">
          <p:pic>
            <p:nvPicPr>
              <p:cNvPr id="9" name="Ink 8">
                <a:extLst>
                  <a:ext uri="{FF2B5EF4-FFF2-40B4-BE49-F238E27FC236}">
                    <a16:creationId xmlns:a16="http://schemas.microsoft.com/office/drawing/2014/main" id="{92AC0123-811E-86C2-57AF-C72351855AA7}"/>
                  </a:ext>
                </a:extLst>
              </p:cNvPr>
              <p:cNvPicPr/>
              <p:nvPr/>
            </p:nvPicPr>
            <p:blipFill>
              <a:blip r:embed="rId10"/>
              <a:stretch>
                <a:fillRect/>
              </a:stretch>
            </p:blipFill>
            <p:spPr>
              <a:xfrm>
                <a:off x="2273340" y="4959760"/>
                <a:ext cx="2973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F1B0E676-5260-807B-0D72-E70114622F7A}"/>
                  </a:ext>
                </a:extLst>
              </p14:cNvPr>
              <p14:cNvContentPartPr/>
              <p14:nvPr/>
            </p14:nvContentPartPr>
            <p14:xfrm>
              <a:off x="4524060" y="4055080"/>
              <a:ext cx="274680" cy="17280"/>
            </p14:xfrm>
          </p:contentPart>
        </mc:Choice>
        <mc:Fallback xmlns="">
          <p:pic>
            <p:nvPicPr>
              <p:cNvPr id="10" name="Ink 9">
                <a:extLst>
                  <a:ext uri="{FF2B5EF4-FFF2-40B4-BE49-F238E27FC236}">
                    <a16:creationId xmlns:a16="http://schemas.microsoft.com/office/drawing/2014/main" id="{F1B0E676-5260-807B-0D72-E70114622F7A}"/>
                  </a:ext>
                </a:extLst>
              </p:cNvPr>
              <p:cNvPicPr/>
              <p:nvPr/>
            </p:nvPicPr>
            <p:blipFill>
              <a:blip r:embed="rId12"/>
              <a:stretch>
                <a:fillRect/>
              </a:stretch>
            </p:blipFill>
            <p:spPr>
              <a:xfrm>
                <a:off x="4488060" y="3983080"/>
                <a:ext cx="3463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3E9CD7E9-4671-FE05-8B7A-0646A5E00C09}"/>
                  </a:ext>
                </a:extLst>
              </p14:cNvPr>
              <p14:cNvContentPartPr/>
              <p14:nvPr/>
            </p14:nvContentPartPr>
            <p14:xfrm>
              <a:off x="2600220" y="5001880"/>
              <a:ext cx="272160" cy="32400"/>
            </p14:xfrm>
          </p:contentPart>
        </mc:Choice>
        <mc:Fallback xmlns="">
          <p:pic>
            <p:nvPicPr>
              <p:cNvPr id="11" name="Ink 10">
                <a:extLst>
                  <a:ext uri="{FF2B5EF4-FFF2-40B4-BE49-F238E27FC236}">
                    <a16:creationId xmlns:a16="http://schemas.microsoft.com/office/drawing/2014/main" id="{3E9CD7E9-4671-FE05-8B7A-0646A5E00C09}"/>
                  </a:ext>
                </a:extLst>
              </p:cNvPr>
              <p:cNvPicPr/>
              <p:nvPr/>
            </p:nvPicPr>
            <p:blipFill>
              <a:blip r:embed="rId14"/>
              <a:stretch>
                <a:fillRect/>
              </a:stretch>
            </p:blipFill>
            <p:spPr>
              <a:xfrm>
                <a:off x="2564220" y="4929880"/>
                <a:ext cx="34380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31993D54-6EEC-9784-06E0-13B44D37080F}"/>
                  </a:ext>
                </a:extLst>
              </p14:cNvPr>
              <p14:cNvContentPartPr/>
              <p14:nvPr/>
            </p14:nvContentPartPr>
            <p14:xfrm>
              <a:off x="2348580" y="4024120"/>
              <a:ext cx="702360" cy="176400"/>
            </p14:xfrm>
          </p:contentPart>
        </mc:Choice>
        <mc:Fallback xmlns="">
          <p:pic>
            <p:nvPicPr>
              <p:cNvPr id="12" name="Ink 11">
                <a:extLst>
                  <a:ext uri="{FF2B5EF4-FFF2-40B4-BE49-F238E27FC236}">
                    <a16:creationId xmlns:a16="http://schemas.microsoft.com/office/drawing/2014/main" id="{31993D54-6EEC-9784-06E0-13B44D37080F}"/>
                  </a:ext>
                </a:extLst>
              </p:cNvPr>
              <p:cNvPicPr/>
              <p:nvPr/>
            </p:nvPicPr>
            <p:blipFill>
              <a:blip r:embed="rId16"/>
              <a:stretch>
                <a:fillRect/>
              </a:stretch>
            </p:blipFill>
            <p:spPr>
              <a:xfrm>
                <a:off x="2342460" y="4018000"/>
                <a:ext cx="7146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46174154-0223-C223-7BFC-6EBEBE98D3FA}"/>
                  </a:ext>
                </a:extLst>
              </p14:cNvPr>
              <p14:cNvContentPartPr/>
              <p14:nvPr/>
            </p14:nvContentPartPr>
            <p14:xfrm>
              <a:off x="3660060" y="4006120"/>
              <a:ext cx="732240" cy="184320"/>
            </p14:xfrm>
          </p:contentPart>
        </mc:Choice>
        <mc:Fallback xmlns="">
          <p:pic>
            <p:nvPicPr>
              <p:cNvPr id="13" name="Ink 12">
                <a:extLst>
                  <a:ext uri="{FF2B5EF4-FFF2-40B4-BE49-F238E27FC236}">
                    <a16:creationId xmlns:a16="http://schemas.microsoft.com/office/drawing/2014/main" id="{46174154-0223-C223-7BFC-6EBEBE98D3FA}"/>
                  </a:ext>
                </a:extLst>
              </p:cNvPr>
              <p:cNvPicPr/>
              <p:nvPr/>
            </p:nvPicPr>
            <p:blipFill>
              <a:blip r:embed="rId18"/>
              <a:stretch>
                <a:fillRect/>
              </a:stretch>
            </p:blipFill>
            <p:spPr>
              <a:xfrm>
                <a:off x="3653940" y="4000000"/>
                <a:ext cx="744480" cy="196560"/>
              </a:xfrm>
              <a:prstGeom prst="rect">
                <a:avLst/>
              </a:prstGeom>
            </p:spPr>
          </p:pic>
        </mc:Fallback>
      </mc:AlternateContent>
    </p:spTree>
    <p:extLst>
      <p:ext uri="{BB962C8B-B14F-4D97-AF65-F5344CB8AC3E}">
        <p14:creationId xmlns:p14="http://schemas.microsoft.com/office/powerpoint/2010/main" val="1732280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E214-272D-0F5E-C7CF-9A7E7999B441}"/>
              </a:ext>
            </a:extLst>
          </p:cNvPr>
          <p:cNvSpPr>
            <a:spLocks noGrp="1"/>
          </p:cNvSpPr>
          <p:nvPr>
            <p:ph type="title"/>
          </p:nvPr>
        </p:nvSpPr>
        <p:spPr/>
        <p:txBody>
          <a:bodyPr/>
          <a:lstStyle/>
          <a:p>
            <a:r>
              <a:rPr lang="de-DE" dirty="0"/>
              <a:t>Aufgaben</a:t>
            </a:r>
          </a:p>
        </p:txBody>
      </p:sp>
      <p:sp>
        <p:nvSpPr>
          <p:cNvPr id="3" name="Content Placeholder 2">
            <a:extLst>
              <a:ext uri="{FF2B5EF4-FFF2-40B4-BE49-F238E27FC236}">
                <a16:creationId xmlns:a16="http://schemas.microsoft.com/office/drawing/2014/main" id="{7B3D984E-D420-FBE9-FD43-8DDC60194675}"/>
              </a:ext>
            </a:extLst>
          </p:cNvPr>
          <p:cNvSpPr>
            <a:spLocks noGrp="1"/>
          </p:cNvSpPr>
          <p:nvPr>
            <p:ph idx="1"/>
          </p:nvPr>
        </p:nvSpPr>
        <p:spPr/>
        <p:txBody>
          <a:bodyPr/>
          <a:lstStyle/>
          <a:p>
            <a:pPr marL="514350" indent="-514350">
              <a:buFont typeface="+mj-lt"/>
              <a:buAutoNum type="arabicPeriod"/>
            </a:pPr>
            <a:r>
              <a:rPr lang="de-DE" dirty="0"/>
              <a:t>Wie lautet der Klartext zur Nachricht </a:t>
            </a:r>
            <a:r>
              <a:rPr lang="de-DE" i="1" dirty="0">
                <a:solidFill>
                  <a:schemeClr val="accent1"/>
                </a:solidFill>
              </a:rPr>
              <a:t>IEEENSMGNUNDTAGFTMRGAFNDRRFATORIEIT</a:t>
            </a:r>
            <a:br>
              <a:rPr lang="de-DE" dirty="0"/>
            </a:br>
            <a:r>
              <a:rPr lang="de-DE" dirty="0"/>
              <a:t>wenn der Schlüssel 4 ist? </a:t>
            </a:r>
          </a:p>
          <a:p>
            <a:pPr marL="514350" indent="-514350">
              <a:buFont typeface="+mj-lt"/>
              <a:buAutoNum type="arabicPeriod"/>
            </a:pPr>
            <a:r>
              <a:rPr lang="de-DE" dirty="0"/>
              <a:t>Knacke den Geheimtext </a:t>
            </a:r>
            <a:r>
              <a:rPr lang="de-DE" i="1" dirty="0">
                <a:solidFill>
                  <a:schemeClr val="accent1"/>
                </a:solidFill>
              </a:rPr>
              <a:t>VEMPBNREUSGISONIEIEHRLSNTNSOEWGHESHEUTAIITTSCICLRTEIT</a:t>
            </a:r>
            <a:r>
              <a:rPr lang="de-DE" dirty="0"/>
              <a:t> ohne Schlüssel.</a:t>
            </a:r>
          </a:p>
        </p:txBody>
      </p:sp>
    </p:spTree>
    <p:extLst>
      <p:ext uri="{BB962C8B-B14F-4D97-AF65-F5344CB8AC3E}">
        <p14:creationId xmlns:p14="http://schemas.microsoft.com/office/powerpoint/2010/main" val="182915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F772-38A8-5FEB-8385-53141EF2A41E}"/>
              </a:ext>
            </a:extLst>
          </p:cNvPr>
          <p:cNvSpPr>
            <a:spLocks noGrp="1"/>
          </p:cNvSpPr>
          <p:nvPr>
            <p:ph type="title"/>
          </p:nvPr>
        </p:nvSpPr>
        <p:spPr/>
        <p:txBody>
          <a:bodyPr>
            <a:normAutofit/>
          </a:bodyPr>
          <a:lstStyle/>
          <a:p>
            <a:r>
              <a:rPr lang="de-DE" dirty="0"/>
              <a:t>Verschlüsselung durch Substitution</a:t>
            </a:r>
          </a:p>
        </p:txBody>
      </p:sp>
      <p:sp>
        <p:nvSpPr>
          <p:cNvPr id="3" name="Content Placeholder 2">
            <a:extLst>
              <a:ext uri="{FF2B5EF4-FFF2-40B4-BE49-F238E27FC236}">
                <a16:creationId xmlns:a16="http://schemas.microsoft.com/office/drawing/2014/main" id="{8E5966A5-6ED9-833B-E816-BC34019CF7F8}"/>
              </a:ext>
            </a:extLst>
          </p:cNvPr>
          <p:cNvSpPr>
            <a:spLocks noGrp="1"/>
          </p:cNvSpPr>
          <p:nvPr>
            <p:ph idx="1"/>
          </p:nvPr>
        </p:nvSpPr>
        <p:spPr/>
        <p:txBody>
          <a:bodyPr>
            <a:normAutofit/>
          </a:bodyPr>
          <a:lstStyle/>
          <a:p>
            <a:pPr marL="0" lvl="0" indent="0">
              <a:buNone/>
            </a:pPr>
            <a:r>
              <a:rPr lang="de-DE" dirty="0"/>
              <a:t>Bei der Verschlüsselung durch Substitution werden Buchstaben durch andere Buchstaben ersetzt.</a:t>
            </a:r>
          </a:p>
          <a:p>
            <a:pPr marL="0" lvl="0" indent="0">
              <a:buNone/>
            </a:pPr>
            <a:r>
              <a:rPr lang="de-DE" dirty="0"/>
              <a:t>Die Positionen der Zeichen bleiben aber erhalten. Man unterscheidet zwischen </a:t>
            </a:r>
            <a:r>
              <a:rPr lang="de-DE" dirty="0">
                <a:solidFill>
                  <a:schemeClr val="accent1"/>
                </a:solidFill>
              </a:rPr>
              <a:t>monoalphabetischer</a:t>
            </a:r>
            <a:r>
              <a:rPr lang="de-DE" dirty="0"/>
              <a:t> und </a:t>
            </a:r>
            <a:r>
              <a:rPr lang="de-DE" dirty="0">
                <a:solidFill>
                  <a:schemeClr val="accent1"/>
                </a:solidFill>
              </a:rPr>
              <a:t>polyalphabetischer</a:t>
            </a:r>
            <a:r>
              <a:rPr lang="de-DE" dirty="0"/>
              <a:t> Substitution. Bei der monoalphabetischen Substitution werden gleiche Buchstaben immer gleich ersetzt (z.B. wird ein A immer ein S), bei der polyalphabetischen Substitution ist dies nicht der Fall.</a:t>
            </a:r>
          </a:p>
        </p:txBody>
      </p:sp>
    </p:spTree>
    <p:extLst>
      <p:ext uri="{BB962C8B-B14F-4D97-AF65-F5344CB8AC3E}">
        <p14:creationId xmlns:p14="http://schemas.microsoft.com/office/powerpoint/2010/main" val="996768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B5965-7666-EA85-AD5D-6C5000C43F5C}"/>
              </a:ext>
            </a:extLst>
          </p:cNvPr>
          <p:cNvSpPr>
            <a:spLocks noGrp="1"/>
          </p:cNvSpPr>
          <p:nvPr>
            <p:ph type="title"/>
          </p:nvPr>
        </p:nvSpPr>
        <p:spPr/>
        <p:txBody>
          <a:bodyPr/>
          <a:lstStyle/>
          <a:p>
            <a:pPr marL="0" lvl="0" indent="0">
              <a:buNone/>
            </a:pPr>
            <a:r>
              <a:rPr lang="de-DE" dirty="0"/>
              <a:t>Caesar-Verschlüsselung</a:t>
            </a:r>
          </a:p>
        </p:txBody>
      </p:sp>
      <p:sp>
        <p:nvSpPr>
          <p:cNvPr id="3" name="Content Placeholder 2">
            <a:extLst>
              <a:ext uri="{FF2B5EF4-FFF2-40B4-BE49-F238E27FC236}">
                <a16:creationId xmlns:a16="http://schemas.microsoft.com/office/drawing/2014/main" id="{A529C114-6849-BDF6-D74F-A787FE4BB99D}"/>
              </a:ext>
            </a:extLst>
          </p:cNvPr>
          <p:cNvSpPr>
            <a:spLocks noGrp="1"/>
          </p:cNvSpPr>
          <p:nvPr>
            <p:ph idx="1"/>
          </p:nvPr>
        </p:nvSpPr>
        <p:spPr/>
        <p:txBody>
          <a:bodyPr/>
          <a:lstStyle/>
          <a:p>
            <a:pPr marL="0" lvl="0" indent="0">
              <a:buNone/>
            </a:pPr>
            <a:r>
              <a:rPr lang="de-DE" dirty="0"/>
              <a:t>Die Caesar-Verschlüsselung (oder „Caesar-Verschiebung“) ist nach Julius Caesar benannt, welcher dieses Verfahren angeblich für militärische Kommunikation verwendet hat. Dabei werden alle Buchstaben im Alphabet um ein Offset (den Schlüssel) verschoben. Zum Entschlüsseln müssen die Buchstaben um das negative Offset verschoben werden.</a:t>
            </a:r>
          </a:p>
        </p:txBody>
      </p:sp>
      <p:pic>
        <p:nvPicPr>
          <p:cNvPr id="5" name="Picture 4">
            <a:extLst>
              <a:ext uri="{FF2B5EF4-FFF2-40B4-BE49-F238E27FC236}">
                <a16:creationId xmlns:a16="http://schemas.microsoft.com/office/drawing/2014/main" id="{8E2129C4-E3E6-4844-52D9-A73DCE7F20FD}"/>
              </a:ext>
            </a:extLst>
          </p:cNvPr>
          <p:cNvPicPr>
            <a:picLocks noChangeAspect="1"/>
          </p:cNvPicPr>
          <p:nvPr/>
        </p:nvPicPr>
        <p:blipFill>
          <a:blip r:embed="rId2"/>
          <a:stretch>
            <a:fillRect/>
          </a:stretch>
        </p:blipFill>
        <p:spPr>
          <a:xfrm>
            <a:off x="921000" y="4374000"/>
            <a:ext cx="7087589" cy="1409897"/>
          </a:xfrm>
          <a:prstGeom prst="rect">
            <a:avLst/>
          </a:prstGeom>
        </p:spPr>
      </p:pic>
      <p:pic>
        <p:nvPicPr>
          <p:cNvPr id="1028" name="Picture 4" descr="Julius Caesar - Astérix">
            <a:extLst>
              <a:ext uri="{FF2B5EF4-FFF2-40B4-BE49-F238E27FC236}">
                <a16:creationId xmlns:a16="http://schemas.microsoft.com/office/drawing/2014/main" id="{300C247E-5838-8161-F0C6-1D6685C16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1000" y="167448"/>
            <a:ext cx="1515000" cy="1515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B79C74C-7704-FA93-95C9-8468AF434B2F}"/>
              </a:ext>
            </a:extLst>
          </p:cNvPr>
          <p:cNvPicPr>
            <a:picLocks noChangeAspect="1"/>
          </p:cNvPicPr>
          <p:nvPr/>
        </p:nvPicPr>
        <p:blipFill>
          <a:blip r:embed="rId4"/>
          <a:stretch>
            <a:fillRect/>
          </a:stretch>
        </p:blipFill>
        <p:spPr>
          <a:xfrm>
            <a:off x="8951980" y="4109531"/>
            <a:ext cx="2401820" cy="2383344"/>
          </a:xfrm>
          <a:prstGeom prst="rect">
            <a:avLst/>
          </a:prstGeom>
        </p:spPr>
      </p:pic>
      <p:sp>
        <p:nvSpPr>
          <p:cNvPr id="13" name="TextBox 12">
            <a:extLst>
              <a:ext uri="{FF2B5EF4-FFF2-40B4-BE49-F238E27FC236}">
                <a16:creationId xmlns:a16="http://schemas.microsoft.com/office/drawing/2014/main" id="{AFAD1349-7968-DD63-5AA5-56D3C002063F}"/>
              </a:ext>
            </a:extLst>
          </p:cNvPr>
          <p:cNvSpPr txBox="1"/>
          <p:nvPr/>
        </p:nvSpPr>
        <p:spPr>
          <a:xfrm>
            <a:off x="921000" y="5853797"/>
            <a:ext cx="6705000" cy="646331"/>
          </a:xfrm>
          <a:prstGeom prst="rect">
            <a:avLst/>
          </a:prstGeom>
          <a:noFill/>
        </p:spPr>
        <p:txBody>
          <a:bodyPr wrap="square">
            <a:spAutoFit/>
          </a:bodyPr>
          <a:lstStyle/>
          <a:p>
            <a:r>
              <a:rPr lang="de-DE" sz="1800" b="0" i="0" u="none" strike="noStrike" baseline="0" dirty="0">
                <a:latin typeface="LMRoman10-Regular"/>
              </a:rPr>
              <a:t>Der Klartext „AUCH DU BRUTUS“ wird mit dem Schlüssel 3 somit zu DXFK GX EUXWXV.</a:t>
            </a:r>
            <a:endParaRPr lang="de-DE" dirty="0"/>
          </a:p>
        </p:txBody>
      </p:sp>
    </p:spTree>
    <p:extLst>
      <p:ext uri="{BB962C8B-B14F-4D97-AF65-F5344CB8AC3E}">
        <p14:creationId xmlns:p14="http://schemas.microsoft.com/office/powerpoint/2010/main" val="1067703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ED3FB-43A0-EBB5-4800-A05AD3D39A6E}"/>
              </a:ext>
            </a:extLst>
          </p:cNvPr>
          <p:cNvSpPr>
            <a:spLocks noGrp="1"/>
          </p:cNvSpPr>
          <p:nvPr>
            <p:ph type="title"/>
          </p:nvPr>
        </p:nvSpPr>
        <p:spPr>
          <a:xfrm>
            <a:off x="838200" y="365125"/>
            <a:ext cx="10515600" cy="1325563"/>
          </a:xfrm>
        </p:spPr>
        <p:txBody>
          <a:bodyPr/>
          <a:lstStyle/>
          <a:p>
            <a:r>
              <a:rPr lang="de-DE" dirty="0"/>
              <a:t>Jetzt bist du dran</a:t>
            </a:r>
          </a:p>
        </p:txBody>
      </p:sp>
      <p:sp>
        <p:nvSpPr>
          <p:cNvPr id="3" name="Content Placeholder 2">
            <a:extLst>
              <a:ext uri="{FF2B5EF4-FFF2-40B4-BE49-F238E27FC236}">
                <a16:creationId xmlns:a16="http://schemas.microsoft.com/office/drawing/2014/main" id="{C24CEA97-0A2B-E0EE-95DB-B2D8DB854DE2}"/>
              </a:ext>
            </a:extLst>
          </p:cNvPr>
          <p:cNvSpPr>
            <a:spLocks noGrp="1"/>
          </p:cNvSpPr>
          <p:nvPr>
            <p:ph idx="1"/>
          </p:nvPr>
        </p:nvSpPr>
        <p:spPr>
          <a:xfrm>
            <a:off x="838200" y="1825625"/>
            <a:ext cx="10515600" cy="4351338"/>
          </a:xfrm>
        </p:spPr>
        <p:txBody>
          <a:bodyPr/>
          <a:lstStyle/>
          <a:p>
            <a:pPr lvl="0"/>
            <a:r>
              <a:rPr lang="de-DE" dirty="0"/>
              <a:t>Entschlüssle den Geheimtext </a:t>
            </a:r>
            <a:r>
              <a:rPr lang="de-DE" dirty="0">
                <a:solidFill>
                  <a:schemeClr val="accent1"/>
                </a:solidFill>
              </a:rPr>
              <a:t>KDQQLEDOQDHKHUWVLFKURPPLWGUHLVVLJHOHSKDQWHQ</a:t>
            </a:r>
            <a:r>
              <a:rPr lang="de-DE" dirty="0"/>
              <a:t>, welcher ebenfalls mit dem Schlüssel </a:t>
            </a:r>
            <a:r>
              <a:rPr lang="de-DE" b="1" dirty="0"/>
              <a:t>3</a:t>
            </a:r>
            <a:r>
              <a:rPr lang="de-DE" dirty="0"/>
              <a:t> verschlüsselt wurde.</a:t>
            </a:r>
          </a:p>
          <a:p>
            <a:r>
              <a:rPr lang="de-DE" dirty="0"/>
              <a:t>Der Geheimtext </a:t>
            </a:r>
            <a:r>
              <a:rPr lang="de-DE" dirty="0">
                <a:solidFill>
                  <a:schemeClr val="accent1"/>
                </a:solidFill>
              </a:rPr>
              <a:t>YNFFGQVRFCVRYRORTVAARA</a:t>
            </a:r>
            <a:r>
              <a:rPr lang="de-DE" dirty="0"/>
              <a:t> wurde mit dem Schlüssel </a:t>
            </a:r>
            <a:r>
              <a:rPr lang="de-DE" b="1" dirty="0"/>
              <a:t>13</a:t>
            </a:r>
            <a:r>
              <a:rPr lang="de-DE" dirty="0"/>
              <a:t> erstellt. Wie lautet der Klartext? Was ist am Schlüssel 13 speziell?</a:t>
            </a:r>
          </a:p>
        </p:txBody>
      </p:sp>
    </p:spTree>
    <p:extLst>
      <p:ext uri="{BB962C8B-B14F-4D97-AF65-F5344CB8AC3E}">
        <p14:creationId xmlns:p14="http://schemas.microsoft.com/office/powerpoint/2010/main" val="163387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B97AE-BA0C-7DCB-D35B-13DF94260122}"/>
              </a:ext>
            </a:extLst>
          </p:cNvPr>
          <p:cNvSpPr>
            <a:spLocks noGrp="1"/>
          </p:cNvSpPr>
          <p:nvPr>
            <p:ph type="title"/>
          </p:nvPr>
        </p:nvSpPr>
        <p:spPr/>
        <p:txBody>
          <a:bodyPr/>
          <a:lstStyle/>
          <a:p>
            <a:r>
              <a:rPr lang="de-DE" dirty="0"/>
              <a:t>Schwächen von monoalphabetischen Krypto Systemen</a:t>
            </a:r>
          </a:p>
        </p:txBody>
      </p:sp>
      <p:sp>
        <p:nvSpPr>
          <p:cNvPr id="3" name="Content Placeholder 2">
            <a:extLst>
              <a:ext uri="{FF2B5EF4-FFF2-40B4-BE49-F238E27FC236}">
                <a16:creationId xmlns:a16="http://schemas.microsoft.com/office/drawing/2014/main" id="{E1F1258E-CE1F-EE87-0D24-5D2C378DDCD5}"/>
              </a:ext>
            </a:extLst>
          </p:cNvPr>
          <p:cNvSpPr>
            <a:spLocks noGrp="1"/>
          </p:cNvSpPr>
          <p:nvPr>
            <p:ph idx="1"/>
          </p:nvPr>
        </p:nvSpPr>
        <p:spPr/>
        <p:txBody>
          <a:bodyPr/>
          <a:lstStyle/>
          <a:p>
            <a:pPr marL="0" indent="0">
              <a:buNone/>
            </a:pPr>
            <a:r>
              <a:rPr lang="de-DE" sz="1800" dirty="0"/>
              <a:t>Monoalphabetische Krypto Systeme wie dasjenige von Caesar lassen sich durch die </a:t>
            </a:r>
            <a:r>
              <a:rPr lang="de-DE" sz="1800" dirty="0">
                <a:solidFill>
                  <a:schemeClr val="accent1"/>
                </a:solidFill>
              </a:rPr>
              <a:t>Häufigkeitsanalyse</a:t>
            </a:r>
            <a:r>
              <a:rPr lang="de-DE" sz="1800" dirty="0"/>
              <a:t> von Buchstaben im Geheimtext relativ leicht angreifen. E ist der mit Abstand häufigste Buchstabe in einem (durchschnittlichen) deutschen Text und lässt sich daher im Geheimtext leicht identifizieren. </a:t>
            </a:r>
          </a:p>
          <a:p>
            <a:r>
              <a:rPr lang="de-DE" sz="1800" dirty="0"/>
              <a:t>Die fünf häufigsten Buchstaben machen zusammen bereits 50% eines Textes aus, </a:t>
            </a:r>
          </a:p>
          <a:p>
            <a:r>
              <a:rPr lang="de-DE" sz="1800" dirty="0"/>
              <a:t>die 10 häufigsten zusammen sogar 75%.</a:t>
            </a:r>
          </a:p>
        </p:txBody>
      </p:sp>
      <p:pic>
        <p:nvPicPr>
          <p:cNvPr id="5" name="Picture 4">
            <a:extLst>
              <a:ext uri="{FF2B5EF4-FFF2-40B4-BE49-F238E27FC236}">
                <a16:creationId xmlns:a16="http://schemas.microsoft.com/office/drawing/2014/main" id="{4FFBBAEE-EA6D-2D69-F365-0D374D5304B2}"/>
              </a:ext>
            </a:extLst>
          </p:cNvPr>
          <p:cNvPicPr>
            <a:picLocks noChangeAspect="1"/>
          </p:cNvPicPr>
          <p:nvPr/>
        </p:nvPicPr>
        <p:blipFill>
          <a:blip r:embed="rId2"/>
          <a:stretch>
            <a:fillRect/>
          </a:stretch>
        </p:blipFill>
        <p:spPr>
          <a:xfrm>
            <a:off x="741000" y="3840174"/>
            <a:ext cx="7173326" cy="2476846"/>
          </a:xfrm>
          <a:prstGeom prst="rect">
            <a:avLst/>
          </a:prstGeom>
        </p:spPr>
      </p:pic>
    </p:spTree>
    <p:extLst>
      <p:ext uri="{BB962C8B-B14F-4D97-AF65-F5344CB8AC3E}">
        <p14:creationId xmlns:p14="http://schemas.microsoft.com/office/powerpoint/2010/main" val="906780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F043D-6753-A329-EB2A-A45E02DDC7D2}"/>
              </a:ext>
            </a:extLst>
          </p:cNvPr>
          <p:cNvSpPr>
            <a:spLocks noGrp="1"/>
          </p:cNvSpPr>
          <p:nvPr>
            <p:ph type="title"/>
          </p:nvPr>
        </p:nvSpPr>
        <p:spPr/>
        <p:txBody>
          <a:bodyPr/>
          <a:lstStyle/>
          <a:p>
            <a:r>
              <a:rPr lang="de-DE" dirty="0"/>
              <a:t>Schwächen (fort.)</a:t>
            </a:r>
          </a:p>
        </p:txBody>
      </p:sp>
      <p:sp>
        <p:nvSpPr>
          <p:cNvPr id="3" name="Content Placeholder 2">
            <a:extLst>
              <a:ext uri="{FF2B5EF4-FFF2-40B4-BE49-F238E27FC236}">
                <a16:creationId xmlns:a16="http://schemas.microsoft.com/office/drawing/2014/main" id="{9A329D22-6C0D-141D-C35A-E20E93421A5C}"/>
              </a:ext>
            </a:extLst>
          </p:cNvPr>
          <p:cNvSpPr>
            <a:spLocks noGrp="1"/>
          </p:cNvSpPr>
          <p:nvPr>
            <p:ph idx="1"/>
          </p:nvPr>
        </p:nvSpPr>
        <p:spPr/>
        <p:txBody>
          <a:bodyPr>
            <a:normAutofit/>
          </a:bodyPr>
          <a:lstStyle/>
          <a:p>
            <a:pPr marL="0" indent="0">
              <a:buNone/>
            </a:pPr>
            <a:r>
              <a:rPr lang="de-DE" sz="2000" dirty="0"/>
              <a:t>Außerdem können wir häufige Bigramme und Trigramme (also Buchstabenfolgen der Länge 2 und 3) suchen. Es gibt insgesamt 26 x 26 = 676 mögliche Bigramme, die in einem zufälligen Text alle mit einer Wahrscheinlichkeit 1/676 = 0.15% vorkommen sollten. Gewisse Bigramme sind in deutschen Texten aber sehr viel häufiger.</a:t>
            </a:r>
          </a:p>
        </p:txBody>
      </p:sp>
      <p:pic>
        <p:nvPicPr>
          <p:cNvPr id="5" name="Picture 4">
            <a:extLst>
              <a:ext uri="{FF2B5EF4-FFF2-40B4-BE49-F238E27FC236}">
                <a16:creationId xmlns:a16="http://schemas.microsoft.com/office/drawing/2014/main" id="{B9AFE401-0B4E-8892-C787-44A8D9015723}"/>
              </a:ext>
            </a:extLst>
          </p:cNvPr>
          <p:cNvPicPr>
            <a:picLocks noChangeAspect="1"/>
          </p:cNvPicPr>
          <p:nvPr/>
        </p:nvPicPr>
        <p:blipFill>
          <a:blip r:embed="rId2"/>
          <a:stretch>
            <a:fillRect/>
          </a:stretch>
        </p:blipFill>
        <p:spPr>
          <a:xfrm>
            <a:off x="921000" y="3204000"/>
            <a:ext cx="1552792" cy="1943371"/>
          </a:xfrm>
          <a:prstGeom prst="rect">
            <a:avLst/>
          </a:prstGeom>
        </p:spPr>
      </p:pic>
      <p:sp>
        <p:nvSpPr>
          <p:cNvPr id="9" name="TextBox 8">
            <a:extLst>
              <a:ext uri="{FF2B5EF4-FFF2-40B4-BE49-F238E27FC236}">
                <a16:creationId xmlns:a16="http://schemas.microsoft.com/office/drawing/2014/main" id="{FB645733-CE62-2694-6E3D-0CF871143D83}"/>
              </a:ext>
            </a:extLst>
          </p:cNvPr>
          <p:cNvSpPr txBox="1"/>
          <p:nvPr/>
        </p:nvSpPr>
        <p:spPr>
          <a:xfrm>
            <a:off x="2766000" y="3204000"/>
            <a:ext cx="9144000" cy="3477875"/>
          </a:xfrm>
          <a:prstGeom prst="rect">
            <a:avLst/>
          </a:prstGeom>
          <a:noFill/>
        </p:spPr>
        <p:txBody>
          <a:bodyPr wrap="square">
            <a:spAutoFit/>
          </a:bodyPr>
          <a:lstStyle/>
          <a:p>
            <a:r>
              <a:rPr lang="de-DE" sz="2000" dirty="0"/>
              <a:t>Das Bigramm </a:t>
            </a:r>
            <a:r>
              <a:rPr lang="de-DE" sz="2000" dirty="0">
                <a:solidFill>
                  <a:schemeClr val="accent1"/>
                </a:solidFill>
              </a:rPr>
              <a:t>CH</a:t>
            </a:r>
            <a:r>
              <a:rPr lang="de-DE" sz="2000" dirty="0"/>
              <a:t> ist dabei besonders interessant: Es beginnt mit einem Buchstaben, der alleine fast nie vorkommt. </a:t>
            </a:r>
          </a:p>
          <a:p>
            <a:endParaRPr lang="de-DE" sz="2000" dirty="0"/>
          </a:p>
          <a:p>
            <a:r>
              <a:rPr lang="de-DE" sz="2000" dirty="0"/>
              <a:t>Bei Trigrammen liegt die zufällige Wahrscheinlichkeit bei 1/26</a:t>
            </a:r>
            <a:r>
              <a:rPr lang="de-DE" sz="2000" baseline="30000" dirty="0"/>
              <a:t>3</a:t>
            </a:r>
            <a:r>
              <a:rPr lang="de-DE" sz="2000" dirty="0"/>
              <a:t> = 0.005%. Trotzdem haben die vier Trigramme ICH, EIN, UND </a:t>
            </a:r>
            <a:r>
              <a:rPr lang="de-DE" sz="2000" dirty="0" err="1"/>
              <a:t>und</a:t>
            </a:r>
            <a:r>
              <a:rPr lang="de-DE" sz="2000" dirty="0"/>
              <a:t> DER je eine Häufigkeit von einem Prozent und mehr. Damit sind sie auch </a:t>
            </a:r>
            <a:r>
              <a:rPr lang="de-DE" sz="2000" dirty="0">
                <a:solidFill>
                  <a:schemeClr val="accent1"/>
                </a:solidFill>
              </a:rPr>
              <a:t>relativ einfach im Geheimtext zu identifizieren</a:t>
            </a:r>
            <a:r>
              <a:rPr lang="de-DE" sz="2000" dirty="0"/>
              <a:t>. </a:t>
            </a:r>
          </a:p>
          <a:p>
            <a:endParaRPr lang="de-DE" sz="2000" dirty="0"/>
          </a:p>
          <a:p>
            <a:r>
              <a:rPr lang="de-DE" sz="2000" dirty="0"/>
              <a:t>Mit diesem Wissen lassen sich - wenn der Text ausreichend lang ist - relativ leicht einige Buchstaben im Geheimtext entschlüsseln. Danach können wir im entschlüsselten Klartextteil gewisse Wörter erraten, was uns weitere Buchstaben im Geheimtext liefert.</a:t>
            </a:r>
            <a:endParaRPr lang="de-DE" dirty="0"/>
          </a:p>
        </p:txBody>
      </p:sp>
    </p:spTree>
    <p:extLst>
      <p:ext uri="{BB962C8B-B14F-4D97-AF65-F5344CB8AC3E}">
        <p14:creationId xmlns:p14="http://schemas.microsoft.com/office/powerpoint/2010/main" val="2252391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DE31-2153-4FE8-DC93-33F826E53FB2}"/>
              </a:ext>
            </a:extLst>
          </p:cNvPr>
          <p:cNvSpPr>
            <a:spLocks noGrp="1"/>
          </p:cNvSpPr>
          <p:nvPr>
            <p:ph type="title"/>
          </p:nvPr>
        </p:nvSpPr>
        <p:spPr/>
        <p:txBody>
          <a:bodyPr/>
          <a:lstStyle/>
          <a:p>
            <a:r>
              <a:rPr lang="de-DE" dirty="0"/>
              <a:t>Jetzt bist du dran</a:t>
            </a:r>
          </a:p>
        </p:txBody>
      </p:sp>
      <p:sp>
        <p:nvSpPr>
          <p:cNvPr id="3" name="Content Placeholder 2">
            <a:extLst>
              <a:ext uri="{FF2B5EF4-FFF2-40B4-BE49-F238E27FC236}">
                <a16:creationId xmlns:a16="http://schemas.microsoft.com/office/drawing/2014/main" id="{7DD8B85C-4A09-C1B9-3B5F-448F5E66342B}"/>
              </a:ext>
            </a:extLst>
          </p:cNvPr>
          <p:cNvSpPr>
            <a:spLocks noGrp="1"/>
          </p:cNvSpPr>
          <p:nvPr>
            <p:ph idx="1"/>
          </p:nvPr>
        </p:nvSpPr>
        <p:spPr/>
        <p:txBody>
          <a:bodyPr>
            <a:normAutofit/>
          </a:bodyPr>
          <a:lstStyle/>
          <a:p>
            <a:r>
              <a:rPr lang="de-DE" sz="2000" dirty="0"/>
              <a:t>Der Text </a:t>
            </a:r>
            <a:r>
              <a:rPr lang="de-DE" sz="2000" dirty="0">
                <a:solidFill>
                  <a:schemeClr val="accent1"/>
                </a:solidFill>
              </a:rPr>
              <a:t>ILYLPAZLPULPUGPNLYIBJOZAHILYLPJOAHBZBTKPLJHLZHYCLYZJOSBLZZLSBUNGBRUHJRLU</a:t>
            </a:r>
            <a:r>
              <a:rPr lang="de-DE" sz="2000" dirty="0"/>
              <a:t> wurde mit Caesar verschlüsselt. Finde den Schlüssel und entschlüssle daraus den Klartext.</a:t>
            </a:r>
          </a:p>
          <a:p>
            <a:r>
              <a:rPr lang="de-DE" sz="2000" dirty="0"/>
              <a:t>Der folgende Geheimtext (siehe nächste Folie) wurde mit einem unbekannten, monoalphabetischen Krypto System verschlüsselt. Die Buchstaben- und Bigrammhäufigkeiten hast du bereits ermittelt. Knacke den Code!</a:t>
            </a:r>
          </a:p>
        </p:txBody>
      </p:sp>
      <p:pic>
        <p:nvPicPr>
          <p:cNvPr id="5" name="Picture 4">
            <a:extLst>
              <a:ext uri="{FF2B5EF4-FFF2-40B4-BE49-F238E27FC236}">
                <a16:creationId xmlns:a16="http://schemas.microsoft.com/office/drawing/2014/main" id="{8EE051D5-F295-BC86-CD19-07B34D95AE4C}"/>
              </a:ext>
            </a:extLst>
          </p:cNvPr>
          <p:cNvPicPr>
            <a:picLocks noChangeAspect="1"/>
          </p:cNvPicPr>
          <p:nvPr/>
        </p:nvPicPr>
        <p:blipFill>
          <a:blip r:embed="rId2"/>
          <a:stretch>
            <a:fillRect/>
          </a:stretch>
        </p:blipFill>
        <p:spPr>
          <a:xfrm>
            <a:off x="4345622" y="3645000"/>
            <a:ext cx="3500757" cy="3024000"/>
          </a:xfrm>
          <a:prstGeom prst="rect">
            <a:avLst/>
          </a:prstGeom>
        </p:spPr>
      </p:pic>
    </p:spTree>
    <p:extLst>
      <p:ext uri="{BB962C8B-B14F-4D97-AF65-F5344CB8AC3E}">
        <p14:creationId xmlns:p14="http://schemas.microsoft.com/office/powerpoint/2010/main" val="98255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E4BA96-D81F-7D09-C93C-B3D69A29A4EE}"/>
              </a:ext>
            </a:extLst>
          </p:cNvPr>
          <p:cNvPicPr>
            <a:picLocks noChangeAspect="1"/>
          </p:cNvPicPr>
          <p:nvPr/>
        </p:nvPicPr>
        <p:blipFill>
          <a:blip r:embed="rId2"/>
          <a:stretch>
            <a:fillRect/>
          </a:stretch>
        </p:blipFill>
        <p:spPr>
          <a:xfrm>
            <a:off x="2418837" y="461549"/>
            <a:ext cx="7354326" cy="5934903"/>
          </a:xfrm>
          <a:prstGeom prst="rect">
            <a:avLst/>
          </a:prstGeom>
        </p:spPr>
      </p:pic>
    </p:spTree>
    <p:extLst>
      <p:ext uri="{BB962C8B-B14F-4D97-AF65-F5344CB8AC3E}">
        <p14:creationId xmlns:p14="http://schemas.microsoft.com/office/powerpoint/2010/main" val="3202708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50C6-C7C7-311E-A699-75FEB17BCF36}"/>
              </a:ext>
            </a:extLst>
          </p:cNvPr>
          <p:cNvSpPr>
            <a:spLocks noGrp="1"/>
          </p:cNvSpPr>
          <p:nvPr>
            <p:ph type="title"/>
          </p:nvPr>
        </p:nvSpPr>
        <p:spPr/>
        <p:txBody>
          <a:bodyPr/>
          <a:lstStyle/>
          <a:p>
            <a:r>
              <a:rPr lang="de-DE" dirty="0"/>
              <a:t>Homophone Substitution</a:t>
            </a:r>
          </a:p>
        </p:txBody>
      </p:sp>
      <p:sp>
        <p:nvSpPr>
          <p:cNvPr id="3" name="Content Placeholder 2">
            <a:extLst>
              <a:ext uri="{FF2B5EF4-FFF2-40B4-BE49-F238E27FC236}">
                <a16:creationId xmlns:a16="http://schemas.microsoft.com/office/drawing/2014/main" id="{03DD2075-D179-63C9-636D-9FD7E4985990}"/>
              </a:ext>
            </a:extLst>
          </p:cNvPr>
          <p:cNvSpPr>
            <a:spLocks noGrp="1"/>
          </p:cNvSpPr>
          <p:nvPr>
            <p:ph idx="1"/>
          </p:nvPr>
        </p:nvSpPr>
        <p:spPr/>
        <p:txBody>
          <a:bodyPr>
            <a:normAutofit/>
          </a:bodyPr>
          <a:lstStyle/>
          <a:p>
            <a:pPr marL="0" indent="0">
              <a:buNone/>
            </a:pPr>
            <a:r>
              <a:rPr lang="de-DE" sz="1800" dirty="0"/>
              <a:t>Das Ziel von homophonen Krypto Systemen ist es, die wesentlichste Schwäche der einfachen monoalphabetischen Substitution zu beheben. Anstatt jedem Klartext-Buchstaben genau ein Zeichen aus dem Geheimtextalphabet zuzuweisen, </a:t>
            </a:r>
            <a:r>
              <a:rPr lang="de-DE" sz="1800" dirty="0">
                <a:solidFill>
                  <a:schemeClr val="accent1"/>
                </a:solidFill>
              </a:rPr>
              <a:t>kann für häufige Buchstaben aus mehreren Geheimtext- Buchstaben gewählt werden. Umgekehrt entspricht aber ein Geheimtext-Buchstabe weiterhin genau einem Buchstaben im Klartext - und ist damit weiterhin monoalphabetisch</a:t>
            </a:r>
            <a:r>
              <a:rPr lang="de-DE" sz="1800" dirty="0"/>
              <a:t>. Dazu müssen zusätzliche Geheimtext-Symbole eingeführt werden. </a:t>
            </a:r>
          </a:p>
          <a:p>
            <a:pPr marL="0" indent="0">
              <a:buNone/>
            </a:pPr>
            <a:r>
              <a:rPr lang="de-DE" sz="1800" b="1" dirty="0"/>
              <a:t>Beispiel</a:t>
            </a:r>
            <a:r>
              <a:rPr lang="de-DE" sz="1800" dirty="0"/>
              <a:t> Wir ergänzen das Geheimtext-Alphabet um die Symbole 1 bis 9. Für E haben wir dann vier Zeichen zur Auswahl, für den Buchstaben N verwenden wir eines von drei zufällig gewählten Zeichen, für I, S, R, A und T verwenden wir je ein zusätzliches Zeichen. So werden die häufigsten Buchstaben „heruntergebrochen“.</a:t>
            </a:r>
          </a:p>
          <a:p>
            <a:pPr marL="0" indent="0">
              <a:buNone/>
            </a:pPr>
            <a:r>
              <a:rPr lang="de-DE" sz="1800" dirty="0">
                <a:solidFill>
                  <a:schemeClr val="accent1"/>
                </a:solidFill>
              </a:rPr>
              <a:t>Der Schlüssel </a:t>
            </a:r>
            <a:r>
              <a:rPr lang="de-DE" sz="1800" dirty="0"/>
              <a:t>ist die vollständige Ersetzungstabelle, die festlegt, welche Geheimzeichen jedem Buchstaben zugeordnet sind. Ohne diese Tabelle kann der Empfänger den Text nicht korrekt entschlüsseln.</a:t>
            </a:r>
          </a:p>
        </p:txBody>
      </p:sp>
      <p:pic>
        <p:nvPicPr>
          <p:cNvPr id="5" name="Picture 4">
            <a:extLst>
              <a:ext uri="{FF2B5EF4-FFF2-40B4-BE49-F238E27FC236}">
                <a16:creationId xmlns:a16="http://schemas.microsoft.com/office/drawing/2014/main" id="{8DDFEEC6-375B-EEED-F98E-48E2B41C99BB}"/>
              </a:ext>
            </a:extLst>
          </p:cNvPr>
          <p:cNvPicPr>
            <a:picLocks noChangeAspect="1"/>
          </p:cNvPicPr>
          <p:nvPr/>
        </p:nvPicPr>
        <p:blipFill>
          <a:blip r:embed="rId2"/>
          <a:stretch>
            <a:fillRect/>
          </a:stretch>
        </p:blipFill>
        <p:spPr>
          <a:xfrm>
            <a:off x="786000" y="4689000"/>
            <a:ext cx="7738034" cy="2109464"/>
          </a:xfrm>
          <a:prstGeom prst="rect">
            <a:avLst/>
          </a:prstGeom>
        </p:spPr>
      </p:pic>
    </p:spTree>
    <p:extLst>
      <p:ext uri="{BB962C8B-B14F-4D97-AF65-F5344CB8AC3E}">
        <p14:creationId xmlns:p14="http://schemas.microsoft.com/office/powerpoint/2010/main" val="658096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36FB-340B-8CF4-CA2B-8CACD9B1BE83}"/>
              </a:ext>
            </a:extLst>
          </p:cNvPr>
          <p:cNvSpPr>
            <a:spLocks noGrp="1"/>
          </p:cNvSpPr>
          <p:nvPr>
            <p:ph type="title"/>
          </p:nvPr>
        </p:nvSpPr>
        <p:spPr/>
        <p:txBody>
          <a:bodyPr/>
          <a:lstStyle/>
          <a:p>
            <a:r>
              <a:rPr lang="de-DE" dirty="0"/>
              <a:t>Die </a:t>
            </a:r>
            <a:r>
              <a:rPr lang="de-DE" dirty="0" err="1"/>
              <a:t>Vigenère</a:t>
            </a:r>
            <a:r>
              <a:rPr lang="de-DE" dirty="0"/>
              <a:t>-Verschlüsselung</a:t>
            </a:r>
          </a:p>
        </p:txBody>
      </p:sp>
      <p:sp>
        <p:nvSpPr>
          <p:cNvPr id="3" name="Content Placeholder 2">
            <a:extLst>
              <a:ext uri="{FF2B5EF4-FFF2-40B4-BE49-F238E27FC236}">
                <a16:creationId xmlns:a16="http://schemas.microsoft.com/office/drawing/2014/main" id="{E6BFF582-80B4-91C6-3D68-25F979F62486}"/>
              </a:ext>
            </a:extLst>
          </p:cNvPr>
          <p:cNvSpPr>
            <a:spLocks noGrp="1"/>
          </p:cNvSpPr>
          <p:nvPr>
            <p:ph idx="1"/>
          </p:nvPr>
        </p:nvSpPr>
        <p:spPr/>
        <p:txBody>
          <a:bodyPr>
            <a:normAutofit lnSpcReduction="10000"/>
          </a:bodyPr>
          <a:lstStyle/>
          <a:p>
            <a:pPr marL="0" lvl="0" indent="0">
              <a:lnSpc>
                <a:spcPct val="110000"/>
              </a:lnSpc>
              <a:buNone/>
            </a:pPr>
            <a:r>
              <a:rPr lang="de-DE" dirty="0"/>
              <a:t>Die </a:t>
            </a:r>
            <a:r>
              <a:rPr lang="de-DE" dirty="0" err="1"/>
              <a:t>Vigenère</a:t>
            </a:r>
            <a:r>
              <a:rPr lang="de-DE" dirty="0"/>
              <a:t>-Verschlüsselung - benannt nach Blaise de </a:t>
            </a:r>
            <a:r>
              <a:rPr lang="de-DE" dirty="0" err="1"/>
              <a:t>Vigenère</a:t>
            </a:r>
            <a:r>
              <a:rPr lang="de-DE" dirty="0"/>
              <a:t> (1523-1596) - ist eine </a:t>
            </a:r>
            <a:r>
              <a:rPr lang="de-DE" dirty="0">
                <a:solidFill>
                  <a:schemeClr val="accent1"/>
                </a:solidFill>
              </a:rPr>
              <a:t>polyalphabetische</a:t>
            </a:r>
            <a:r>
              <a:rPr lang="de-DE" dirty="0"/>
              <a:t> Verschlüsselung. Sie wurde um 1580 entwickelt und als „le </a:t>
            </a:r>
            <a:r>
              <a:rPr lang="de-DE" dirty="0" err="1"/>
              <a:t>chiffre</a:t>
            </a:r>
            <a:r>
              <a:rPr lang="de-DE" dirty="0"/>
              <a:t> </a:t>
            </a:r>
            <a:r>
              <a:rPr lang="de-DE" dirty="0" err="1"/>
              <a:t>indéchiffrable</a:t>
            </a:r>
            <a:r>
              <a:rPr lang="de-DE" dirty="0"/>
              <a:t>“ bezeichnet. Sie galt allerdings anfangs als zu aufwändig und kompliziert, erst im 17. Jahrhundert wurde sie für diplomatische und militärische Zwecke eingeführt. </a:t>
            </a:r>
          </a:p>
          <a:p>
            <a:pPr marL="0" lvl="0" indent="0">
              <a:lnSpc>
                <a:spcPct val="110000"/>
              </a:lnSpc>
              <a:buNone/>
            </a:pPr>
            <a:r>
              <a:rPr lang="de-DE" dirty="0"/>
              <a:t>Die Idee des </a:t>
            </a:r>
            <a:r>
              <a:rPr lang="de-DE" dirty="0" err="1"/>
              <a:t>Vigenère-Kryptosystems</a:t>
            </a:r>
            <a:r>
              <a:rPr lang="de-DE" dirty="0"/>
              <a:t> ist es, dass </a:t>
            </a:r>
            <a:r>
              <a:rPr lang="de-DE" dirty="0">
                <a:solidFill>
                  <a:schemeClr val="accent1"/>
                </a:solidFill>
              </a:rPr>
              <a:t>jeder Buchstabe abhängig von seiner Position im Klartext ein anderes Alphabet für die Verschlüsselung verwendet</a:t>
            </a:r>
            <a:r>
              <a:rPr lang="de-DE" dirty="0"/>
              <a:t>. </a:t>
            </a:r>
          </a:p>
        </p:txBody>
      </p:sp>
      <p:pic>
        <p:nvPicPr>
          <p:cNvPr id="2050" name="Picture 2" descr="Vigenère (de) Blaise (écrivain-diplomate) - Mon Bourbonnais">
            <a:extLst>
              <a:ext uri="{FF2B5EF4-FFF2-40B4-BE49-F238E27FC236}">
                <a16:creationId xmlns:a16="http://schemas.microsoft.com/office/drawing/2014/main" id="{EE7F53F3-ACD9-3DE0-3231-6307012939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6000" y="18900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814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1FC84-076A-96C4-D85F-67E5653F01A6}"/>
              </a:ext>
            </a:extLst>
          </p:cNvPr>
          <p:cNvSpPr>
            <a:spLocks noGrp="1"/>
          </p:cNvSpPr>
          <p:nvPr>
            <p:ph type="title"/>
          </p:nvPr>
        </p:nvSpPr>
        <p:spPr/>
        <p:txBody>
          <a:bodyPr/>
          <a:lstStyle/>
          <a:p>
            <a:r>
              <a:rPr lang="de-DE" dirty="0"/>
              <a:t>Beispiel</a:t>
            </a:r>
          </a:p>
        </p:txBody>
      </p:sp>
      <p:sp>
        <p:nvSpPr>
          <p:cNvPr id="5" name="TextBox 4">
            <a:extLst>
              <a:ext uri="{FF2B5EF4-FFF2-40B4-BE49-F238E27FC236}">
                <a16:creationId xmlns:a16="http://schemas.microsoft.com/office/drawing/2014/main" id="{13ADBB0B-FB8E-4469-30B0-B3CFE901482C}"/>
              </a:ext>
            </a:extLst>
          </p:cNvPr>
          <p:cNvSpPr txBox="1"/>
          <p:nvPr/>
        </p:nvSpPr>
        <p:spPr>
          <a:xfrm>
            <a:off x="921000" y="1539000"/>
            <a:ext cx="10755000" cy="1600566"/>
          </a:xfrm>
          <a:prstGeom prst="rect">
            <a:avLst/>
          </a:prstGeom>
          <a:noFill/>
        </p:spPr>
        <p:txBody>
          <a:bodyPr wrap="square">
            <a:spAutoFit/>
          </a:bodyPr>
          <a:lstStyle/>
          <a:p>
            <a:pPr marL="0" lvl="0" indent="0">
              <a:lnSpc>
                <a:spcPct val="110000"/>
              </a:lnSpc>
              <a:buNone/>
            </a:pPr>
            <a:r>
              <a:rPr lang="de-DE" dirty="0"/>
              <a:t>Beispiel Der Klartext </a:t>
            </a:r>
            <a:r>
              <a:rPr lang="de-DE" dirty="0">
                <a:solidFill>
                  <a:schemeClr val="accent1"/>
                </a:solidFill>
              </a:rPr>
              <a:t>HEUTEUMMITTERNACHTAMFLUSS</a:t>
            </a:r>
            <a:r>
              <a:rPr lang="de-DE" dirty="0"/>
              <a:t> soll mit dem Schlüssel TIGER mittels </a:t>
            </a:r>
            <a:r>
              <a:rPr lang="de-DE" dirty="0" err="1"/>
              <a:t>Vigenère</a:t>
            </a:r>
            <a:r>
              <a:rPr lang="de-DE" dirty="0"/>
              <a:t> verschlüsselt werden. Dazu wird der Schlüssel mehrfach unter den Klartext geschrieben. Der Buchstabe des Schlüssels definiert, welches Geheimtextalphabet verwendet wird. Der (erste) Buchstabe H wird also mit dem Geheimtextalphabet T verschlüsselt. Das erste E mit dem Alphabet I - das zweite E hingegen (im Klartext an Stelle 5) wird mit dem Geheimtextalphabet R verschlüsselt.</a:t>
            </a:r>
          </a:p>
        </p:txBody>
      </p:sp>
      <p:pic>
        <p:nvPicPr>
          <p:cNvPr id="9" name="Picture 8">
            <a:extLst>
              <a:ext uri="{FF2B5EF4-FFF2-40B4-BE49-F238E27FC236}">
                <a16:creationId xmlns:a16="http://schemas.microsoft.com/office/drawing/2014/main" id="{0593C3D8-9893-557D-7CB2-EAC527EC2437}"/>
              </a:ext>
            </a:extLst>
          </p:cNvPr>
          <p:cNvPicPr>
            <a:picLocks noChangeAspect="1"/>
          </p:cNvPicPr>
          <p:nvPr/>
        </p:nvPicPr>
        <p:blipFill>
          <a:blip r:embed="rId2"/>
          <a:stretch>
            <a:fillRect/>
          </a:stretch>
        </p:blipFill>
        <p:spPr>
          <a:xfrm>
            <a:off x="928360" y="3429000"/>
            <a:ext cx="6639852" cy="2505425"/>
          </a:xfrm>
          <a:prstGeom prst="rect">
            <a:avLst/>
          </a:prstGeom>
        </p:spPr>
      </p:pic>
    </p:spTree>
    <p:extLst>
      <p:ext uri="{BB962C8B-B14F-4D97-AF65-F5344CB8AC3E}">
        <p14:creationId xmlns:p14="http://schemas.microsoft.com/office/powerpoint/2010/main" val="1770818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883F-887B-6578-340D-5B20C40EE2DF}"/>
              </a:ext>
            </a:extLst>
          </p:cNvPr>
          <p:cNvSpPr>
            <a:spLocks noGrp="1"/>
          </p:cNvSpPr>
          <p:nvPr>
            <p:ph type="title"/>
          </p:nvPr>
        </p:nvSpPr>
        <p:spPr/>
        <p:txBody>
          <a:bodyPr/>
          <a:lstStyle/>
          <a:p>
            <a:r>
              <a:rPr lang="de-DE" dirty="0"/>
              <a:t>Jetzt bist du</a:t>
            </a:r>
            <a:r>
              <a:rPr lang="de-DE" baseline="0" dirty="0"/>
              <a:t> dran</a:t>
            </a:r>
            <a:endParaRPr lang="de-DE" dirty="0"/>
          </a:p>
        </p:txBody>
      </p:sp>
      <p:sp>
        <p:nvSpPr>
          <p:cNvPr id="3" name="Content Placeholder 2">
            <a:extLst>
              <a:ext uri="{FF2B5EF4-FFF2-40B4-BE49-F238E27FC236}">
                <a16:creationId xmlns:a16="http://schemas.microsoft.com/office/drawing/2014/main" id="{BB5CF941-3BF4-43D8-E054-6D32D48CD9D5}"/>
              </a:ext>
            </a:extLst>
          </p:cNvPr>
          <p:cNvSpPr>
            <a:spLocks noGrp="1"/>
          </p:cNvSpPr>
          <p:nvPr>
            <p:ph idx="1"/>
          </p:nvPr>
        </p:nvSpPr>
        <p:spPr/>
        <p:txBody>
          <a:bodyPr/>
          <a:lstStyle/>
          <a:p>
            <a:r>
              <a:rPr lang="de-DE" dirty="0"/>
              <a:t>Verschlüssle die Nachricht </a:t>
            </a:r>
            <a:r>
              <a:rPr lang="de-DE" dirty="0">
                <a:solidFill>
                  <a:schemeClr val="accent1"/>
                </a:solidFill>
              </a:rPr>
              <a:t>CLARK KENT IST SUPERMAN </a:t>
            </a:r>
            <a:r>
              <a:rPr lang="de-DE" dirty="0"/>
              <a:t>mit dem Schlüssel </a:t>
            </a:r>
            <a:r>
              <a:rPr lang="de-DE" dirty="0">
                <a:solidFill>
                  <a:schemeClr val="accent1"/>
                </a:solidFill>
              </a:rPr>
              <a:t>GEHEIM</a:t>
            </a:r>
            <a:r>
              <a:rPr lang="de-DE" dirty="0"/>
              <a:t>.</a:t>
            </a:r>
          </a:p>
          <a:p>
            <a:r>
              <a:rPr lang="de-DE" dirty="0"/>
              <a:t>Entschlüssle den Geheimtext </a:t>
            </a:r>
            <a:r>
              <a:rPr lang="de-DE" dirty="0">
                <a:solidFill>
                  <a:schemeClr val="accent1"/>
                </a:solidFill>
              </a:rPr>
              <a:t>EPZBNRZEZHVGBSGTQTVPYAEOQR</a:t>
            </a:r>
            <a:r>
              <a:rPr lang="de-DE" dirty="0"/>
              <a:t>, der mit dem Schlüssel </a:t>
            </a:r>
            <a:r>
              <a:rPr lang="de-DE" dirty="0">
                <a:solidFill>
                  <a:schemeClr val="accent1"/>
                </a:solidFill>
              </a:rPr>
              <a:t>MARYJANE</a:t>
            </a:r>
            <a:r>
              <a:rPr lang="de-DE" dirty="0"/>
              <a:t> verschlüsselt wurde.</a:t>
            </a:r>
          </a:p>
        </p:txBody>
      </p:sp>
    </p:spTree>
    <p:extLst>
      <p:ext uri="{BB962C8B-B14F-4D97-AF65-F5344CB8AC3E}">
        <p14:creationId xmlns:p14="http://schemas.microsoft.com/office/powerpoint/2010/main" val="3525903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FD7ED-4256-3BC4-D22E-A9969336D6A2}"/>
              </a:ext>
            </a:extLst>
          </p:cNvPr>
          <p:cNvSpPr>
            <a:spLocks noGrp="1"/>
          </p:cNvSpPr>
          <p:nvPr>
            <p:ph type="title"/>
          </p:nvPr>
        </p:nvSpPr>
        <p:spPr/>
        <p:txBody>
          <a:bodyPr/>
          <a:lstStyle/>
          <a:p>
            <a:r>
              <a:rPr lang="de-DE" dirty="0" err="1"/>
              <a:t>Vigenère</a:t>
            </a:r>
            <a:r>
              <a:rPr lang="de-DE" dirty="0"/>
              <a:t> geknackt</a:t>
            </a:r>
          </a:p>
        </p:txBody>
      </p:sp>
      <p:sp>
        <p:nvSpPr>
          <p:cNvPr id="3" name="Content Placeholder 2">
            <a:extLst>
              <a:ext uri="{FF2B5EF4-FFF2-40B4-BE49-F238E27FC236}">
                <a16:creationId xmlns:a16="http://schemas.microsoft.com/office/drawing/2014/main" id="{C42608DF-43B8-6522-A01C-5BFE67020741}"/>
              </a:ext>
            </a:extLst>
          </p:cNvPr>
          <p:cNvSpPr>
            <a:spLocks noGrp="1"/>
          </p:cNvSpPr>
          <p:nvPr>
            <p:ph idx="1"/>
          </p:nvPr>
        </p:nvSpPr>
        <p:spPr/>
        <p:txBody>
          <a:bodyPr>
            <a:normAutofit fontScale="55000" lnSpcReduction="20000"/>
          </a:bodyPr>
          <a:lstStyle/>
          <a:p>
            <a:pPr marL="0" indent="0">
              <a:lnSpc>
                <a:spcPct val="110000"/>
              </a:lnSpc>
              <a:buNone/>
            </a:pPr>
            <a:r>
              <a:rPr lang="de-DE" sz="2800" b="0" i="0" u="none" strike="noStrike" kern="1200" baseline="0" dirty="0">
                <a:solidFill>
                  <a:schemeClr val="tx1"/>
                </a:solidFill>
                <a:latin typeface="+mn-lt"/>
                <a:ea typeface="+mn-ea"/>
                <a:cs typeface="+mn-cs"/>
              </a:rPr>
              <a:t>Die </a:t>
            </a:r>
            <a:r>
              <a:rPr lang="de-DE" sz="2800" b="0" i="0" u="none" strike="noStrike" kern="1200" baseline="0" dirty="0" err="1">
                <a:solidFill>
                  <a:schemeClr val="tx1"/>
                </a:solidFill>
                <a:latin typeface="+mn-lt"/>
                <a:ea typeface="+mn-ea"/>
                <a:cs typeface="+mn-cs"/>
              </a:rPr>
              <a:t>Vigenère</a:t>
            </a:r>
            <a:r>
              <a:rPr lang="de-DE" sz="2800" b="0" i="0" u="none" strike="noStrike" kern="1200" baseline="0" dirty="0">
                <a:solidFill>
                  <a:schemeClr val="tx1"/>
                </a:solidFill>
                <a:latin typeface="+mn-lt"/>
                <a:ea typeface="+mn-ea"/>
                <a:cs typeface="+mn-cs"/>
              </a:rPr>
              <a:t>-Verschlüsselung galt lange Zeit als unknackbar. Es wurde z.B. im Krimkrieg (1853- 1856) von den Russen verwendet. Erst ab 1854 konnten die Briten die Geheimbotschaften der Russen mitlesen. </a:t>
            </a:r>
          </a:p>
          <a:p>
            <a:pPr marL="0" indent="0">
              <a:lnSpc>
                <a:spcPct val="110000"/>
              </a:lnSpc>
              <a:buNone/>
            </a:pPr>
            <a:r>
              <a:rPr lang="de-DE" sz="2800" b="0" i="0" u="none" strike="noStrike" kern="1200" baseline="0" dirty="0">
                <a:solidFill>
                  <a:schemeClr val="tx1"/>
                </a:solidFill>
                <a:latin typeface="+mn-lt"/>
                <a:ea typeface="+mn-ea"/>
                <a:cs typeface="+mn-cs"/>
              </a:rPr>
              <a:t>Der englische Mathematiker Charles Babbage knackte das </a:t>
            </a:r>
            <a:r>
              <a:rPr lang="de-DE" sz="2800" b="0" i="0" u="none" strike="noStrike" kern="1200" baseline="0" dirty="0" err="1">
                <a:solidFill>
                  <a:schemeClr val="tx1"/>
                </a:solidFill>
                <a:latin typeface="+mn-lt"/>
                <a:ea typeface="+mn-ea"/>
                <a:cs typeface="+mn-cs"/>
              </a:rPr>
              <a:t>Kryptosystem</a:t>
            </a:r>
            <a:r>
              <a:rPr lang="de-DE" sz="2800" b="0" i="0" u="none" strike="noStrike" kern="1200" baseline="0" dirty="0">
                <a:solidFill>
                  <a:schemeClr val="tx1"/>
                </a:solidFill>
                <a:latin typeface="+mn-lt"/>
                <a:ea typeface="+mn-ea"/>
                <a:cs typeface="+mn-cs"/>
              </a:rPr>
              <a:t> als erster - seine Methode wurde aber wegen des andauernden Krieges nicht veröffentlicht. </a:t>
            </a:r>
          </a:p>
          <a:p>
            <a:pPr>
              <a:lnSpc>
                <a:spcPct val="110000"/>
              </a:lnSpc>
            </a:pPr>
            <a:r>
              <a:rPr lang="de-DE" sz="2800" b="0" i="0" u="none" strike="noStrike" kern="1200" baseline="0" dirty="0">
                <a:solidFill>
                  <a:schemeClr val="tx1"/>
                </a:solidFill>
                <a:latin typeface="+mn-lt"/>
                <a:ea typeface="+mn-ea"/>
                <a:cs typeface="+mn-cs"/>
              </a:rPr>
              <a:t>1863 veröffentlichte der preußische Infanteriemajor Wilhelm </a:t>
            </a:r>
            <a:r>
              <a:rPr lang="de-DE" sz="2800" b="0" i="0" u="none" strike="noStrike" kern="1200" baseline="0" dirty="0" err="1">
                <a:solidFill>
                  <a:schemeClr val="tx1"/>
                </a:solidFill>
                <a:latin typeface="+mn-lt"/>
                <a:ea typeface="+mn-ea"/>
                <a:cs typeface="+mn-cs"/>
              </a:rPr>
              <a:t>Kasiski</a:t>
            </a:r>
            <a:r>
              <a:rPr lang="de-DE" sz="2800" b="0" i="0" u="none" strike="noStrike" kern="1200" baseline="0" dirty="0">
                <a:solidFill>
                  <a:schemeClr val="tx1"/>
                </a:solidFill>
                <a:latin typeface="+mn-lt"/>
                <a:ea typeface="+mn-ea"/>
                <a:cs typeface="+mn-cs"/>
              </a:rPr>
              <a:t> unabhängig von Babbage die (gleiche) Methode. </a:t>
            </a:r>
          </a:p>
          <a:p>
            <a:pPr>
              <a:lnSpc>
                <a:spcPct val="110000"/>
              </a:lnSpc>
            </a:pPr>
            <a:r>
              <a:rPr lang="de-DE" sz="2800" b="0" i="0" u="none" strike="noStrike" kern="1200" baseline="0" dirty="0">
                <a:solidFill>
                  <a:schemeClr val="tx1"/>
                </a:solidFill>
                <a:latin typeface="+mn-lt"/>
                <a:ea typeface="+mn-ea"/>
                <a:cs typeface="+mn-cs"/>
              </a:rPr>
              <a:t>1925 entwickelte der Kryptologe William Friedman eine zweite Methode. </a:t>
            </a:r>
          </a:p>
          <a:p>
            <a:pPr marL="0" indent="0">
              <a:lnSpc>
                <a:spcPct val="110000"/>
              </a:lnSpc>
              <a:buNone/>
            </a:pPr>
            <a:r>
              <a:rPr lang="de-DE" sz="2800" b="0" i="0" u="none" strike="noStrike" kern="1200" baseline="0" dirty="0">
                <a:solidFill>
                  <a:schemeClr val="tx1"/>
                </a:solidFill>
                <a:latin typeface="+mn-lt"/>
                <a:ea typeface="+mn-ea"/>
                <a:cs typeface="+mn-cs"/>
              </a:rPr>
              <a:t>Die Angriffe auf </a:t>
            </a:r>
            <a:r>
              <a:rPr lang="de-DE" sz="2800" b="0" i="0" u="none" strike="noStrike" kern="1200" baseline="0" dirty="0" err="1">
                <a:solidFill>
                  <a:schemeClr val="tx1"/>
                </a:solidFill>
                <a:latin typeface="+mn-lt"/>
                <a:ea typeface="+mn-ea"/>
                <a:cs typeface="+mn-cs"/>
              </a:rPr>
              <a:t>Vigenère</a:t>
            </a:r>
            <a:r>
              <a:rPr lang="de-DE" sz="2800" b="0" i="0" u="none" strike="noStrike" kern="1200" baseline="0" dirty="0">
                <a:solidFill>
                  <a:schemeClr val="tx1"/>
                </a:solidFill>
                <a:latin typeface="+mn-lt"/>
                <a:ea typeface="+mn-ea"/>
                <a:cs typeface="+mn-cs"/>
              </a:rPr>
              <a:t> erfolgen jeweils in zwei Stufen: </a:t>
            </a:r>
          </a:p>
          <a:p>
            <a:pPr marL="514350" indent="-514350">
              <a:lnSpc>
                <a:spcPct val="110000"/>
              </a:lnSpc>
              <a:buFont typeface="+mj-lt"/>
              <a:buAutoNum type="arabicPeriod"/>
            </a:pPr>
            <a:r>
              <a:rPr lang="de-DE" sz="2800" b="0" i="0" u="none" strike="noStrike" kern="1200" baseline="0" dirty="0">
                <a:solidFill>
                  <a:schemeClr val="tx1"/>
                </a:solidFill>
                <a:latin typeface="+mn-lt"/>
                <a:ea typeface="+mn-ea"/>
                <a:cs typeface="+mn-cs"/>
              </a:rPr>
              <a:t>Ermitteln der </a:t>
            </a:r>
            <a:r>
              <a:rPr lang="de-DE" sz="2800" b="1" i="0" u="none" strike="noStrike" kern="1200" baseline="0" dirty="0">
                <a:solidFill>
                  <a:schemeClr val="accent1"/>
                </a:solidFill>
                <a:latin typeface="+mn-lt"/>
                <a:ea typeface="+mn-ea"/>
                <a:cs typeface="+mn-cs"/>
              </a:rPr>
              <a:t>Schlüssellänge</a:t>
            </a:r>
            <a:r>
              <a:rPr lang="de-DE" sz="2800" b="0" i="0" u="none" strike="noStrike" kern="1200" baseline="0" dirty="0">
                <a:solidFill>
                  <a:schemeClr val="tx1"/>
                </a:solidFill>
                <a:latin typeface="+mn-lt"/>
                <a:ea typeface="+mn-ea"/>
                <a:cs typeface="+mn-cs"/>
              </a:rPr>
              <a:t> </a:t>
            </a:r>
          </a:p>
          <a:p>
            <a:pPr marL="514350" indent="-514350">
              <a:lnSpc>
                <a:spcPct val="110000"/>
              </a:lnSpc>
              <a:buFont typeface="+mj-lt"/>
              <a:buAutoNum type="arabicPeriod"/>
            </a:pPr>
            <a:r>
              <a:rPr lang="de-DE" sz="2800" b="0" i="0" u="none" strike="noStrike" kern="1200" baseline="0" dirty="0">
                <a:solidFill>
                  <a:schemeClr val="tx1"/>
                </a:solidFill>
                <a:latin typeface="+mn-lt"/>
                <a:ea typeface="+mn-ea"/>
                <a:cs typeface="+mn-cs"/>
              </a:rPr>
              <a:t>Ermitteln des </a:t>
            </a:r>
            <a:r>
              <a:rPr lang="de-DE" sz="2800" b="1" u="none" strike="noStrike" kern="1200" baseline="0" dirty="0">
                <a:solidFill>
                  <a:schemeClr val="accent1"/>
                </a:solidFill>
                <a:latin typeface="+mn-lt"/>
                <a:ea typeface="+mn-ea"/>
                <a:cs typeface="+mn-cs"/>
              </a:rPr>
              <a:t>Schlüsselworts</a:t>
            </a:r>
            <a:r>
              <a:rPr lang="de-DE" sz="2800" b="0" i="0" u="none" strike="noStrike" kern="1200" baseline="0" dirty="0">
                <a:solidFill>
                  <a:schemeClr val="tx1"/>
                </a:solidFill>
                <a:latin typeface="+mn-lt"/>
                <a:ea typeface="+mn-ea"/>
                <a:cs typeface="+mn-cs"/>
              </a:rPr>
              <a:t> </a:t>
            </a:r>
          </a:p>
          <a:p>
            <a:pPr marL="0" indent="0">
              <a:lnSpc>
                <a:spcPct val="110000"/>
              </a:lnSpc>
              <a:buNone/>
            </a:pPr>
            <a:r>
              <a:rPr lang="de-DE" sz="2800" b="0" i="0" u="none" strike="noStrike" kern="1200" baseline="0" dirty="0">
                <a:solidFill>
                  <a:schemeClr val="tx1"/>
                </a:solidFill>
                <a:latin typeface="+mn-lt"/>
                <a:ea typeface="+mn-ea"/>
                <a:cs typeface="+mn-cs"/>
              </a:rPr>
              <a:t>Die zugrundeliegende Idee ist, </a:t>
            </a:r>
            <a:r>
              <a:rPr lang="de-DE" sz="2800" b="0" i="0" u="none" strike="noStrike" kern="1200" baseline="0" dirty="0">
                <a:solidFill>
                  <a:schemeClr val="accent1"/>
                </a:solidFill>
                <a:latin typeface="+mn-lt"/>
                <a:ea typeface="+mn-ea"/>
                <a:cs typeface="+mn-cs"/>
              </a:rPr>
              <a:t>dass </a:t>
            </a:r>
            <a:r>
              <a:rPr lang="de-DE" sz="2800" b="0" i="0" u="none" strike="noStrike" kern="1200" baseline="0" dirty="0" err="1">
                <a:solidFill>
                  <a:schemeClr val="accent1"/>
                </a:solidFill>
                <a:latin typeface="+mn-lt"/>
                <a:ea typeface="+mn-ea"/>
                <a:cs typeface="+mn-cs"/>
              </a:rPr>
              <a:t>Vigenère</a:t>
            </a:r>
            <a:r>
              <a:rPr lang="de-DE" sz="2800" b="0" i="0" u="none" strike="noStrike" kern="1200" baseline="0" dirty="0">
                <a:solidFill>
                  <a:schemeClr val="accent1"/>
                </a:solidFill>
                <a:latin typeface="+mn-lt"/>
                <a:ea typeface="+mn-ea"/>
                <a:cs typeface="+mn-cs"/>
              </a:rPr>
              <a:t> durch das periodische Wiederholen des Schlüsselworts mehreren Caesar-Verschlüsselungen entspricht</a:t>
            </a:r>
            <a:r>
              <a:rPr lang="de-DE" sz="2800" b="0" i="0" u="none" strike="noStrike" kern="1200" baseline="0" dirty="0">
                <a:solidFill>
                  <a:schemeClr val="tx1"/>
                </a:solidFill>
                <a:latin typeface="+mn-lt"/>
                <a:ea typeface="+mn-ea"/>
                <a:cs typeface="+mn-cs"/>
              </a:rPr>
              <a:t>. Wenn wir die Schlüssellänge kennen, können wir den Geheimtext in mehrere Gruppen aufteilen, welche mit dem gleichen Caesar-Schlüssel verschlüsselt worden sind. Der zweite Teil des Angriffs ist damit relativ einfach: Caesar haben wir bereits von Hand entschlüsselt. Das heißt, wir verwenden eine </a:t>
            </a:r>
            <a:r>
              <a:rPr lang="de-DE" sz="2800" b="0" i="0" u="none" strike="noStrike" kern="1200" baseline="0" dirty="0">
                <a:solidFill>
                  <a:schemeClr val="accent1"/>
                </a:solidFill>
                <a:latin typeface="+mn-lt"/>
                <a:ea typeface="+mn-ea"/>
                <a:cs typeface="+mn-cs"/>
              </a:rPr>
              <a:t>Häufigkeitsanalyse</a:t>
            </a:r>
            <a:r>
              <a:rPr lang="de-DE" sz="2800" b="0" i="0" u="none" strike="noStrike" kern="1200" baseline="0" dirty="0">
                <a:solidFill>
                  <a:schemeClr val="tx1"/>
                </a:solidFill>
                <a:latin typeface="+mn-lt"/>
                <a:ea typeface="+mn-ea"/>
                <a:cs typeface="+mn-cs"/>
              </a:rPr>
              <a:t>, um den entsprechenden Buchstaben zu finden.</a:t>
            </a:r>
          </a:p>
          <a:p>
            <a:pPr marL="0" indent="0">
              <a:lnSpc>
                <a:spcPct val="110000"/>
              </a:lnSpc>
              <a:buNone/>
            </a:pPr>
            <a:endParaRPr lang="de-DE" dirty="0"/>
          </a:p>
        </p:txBody>
      </p:sp>
    </p:spTree>
    <p:extLst>
      <p:ext uri="{BB962C8B-B14F-4D97-AF65-F5344CB8AC3E}">
        <p14:creationId xmlns:p14="http://schemas.microsoft.com/office/powerpoint/2010/main" val="2624460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1B4857-B359-5586-720C-E956EAD1DD81}"/>
              </a:ext>
            </a:extLst>
          </p:cNvPr>
          <p:cNvPicPr>
            <a:picLocks noChangeAspect="1"/>
          </p:cNvPicPr>
          <p:nvPr/>
        </p:nvPicPr>
        <p:blipFill>
          <a:blip r:embed="rId2"/>
          <a:stretch>
            <a:fillRect/>
          </a:stretch>
        </p:blipFill>
        <p:spPr>
          <a:xfrm>
            <a:off x="471000" y="403259"/>
            <a:ext cx="4829849" cy="2800741"/>
          </a:xfrm>
          <a:prstGeom prst="rect">
            <a:avLst/>
          </a:prstGeom>
        </p:spPr>
      </p:pic>
      <p:pic>
        <p:nvPicPr>
          <p:cNvPr id="7" name="Picture 6">
            <a:extLst>
              <a:ext uri="{FF2B5EF4-FFF2-40B4-BE49-F238E27FC236}">
                <a16:creationId xmlns:a16="http://schemas.microsoft.com/office/drawing/2014/main" id="{BCFF2EEA-A2D1-D451-58B4-11A3EB71B323}"/>
              </a:ext>
            </a:extLst>
          </p:cNvPr>
          <p:cNvPicPr>
            <a:picLocks noChangeAspect="1"/>
          </p:cNvPicPr>
          <p:nvPr/>
        </p:nvPicPr>
        <p:blipFill>
          <a:blip r:embed="rId3"/>
          <a:stretch>
            <a:fillRect/>
          </a:stretch>
        </p:blipFill>
        <p:spPr>
          <a:xfrm>
            <a:off x="6096000" y="410154"/>
            <a:ext cx="4944165" cy="2838846"/>
          </a:xfrm>
          <a:prstGeom prst="rect">
            <a:avLst/>
          </a:prstGeom>
        </p:spPr>
      </p:pic>
      <p:grpSp>
        <p:nvGrpSpPr>
          <p:cNvPr id="4" name="Group 3">
            <a:extLst>
              <a:ext uri="{FF2B5EF4-FFF2-40B4-BE49-F238E27FC236}">
                <a16:creationId xmlns:a16="http://schemas.microsoft.com/office/drawing/2014/main" id="{245A644D-7DCC-DE7F-62AE-1D43493E5D54}"/>
              </a:ext>
            </a:extLst>
          </p:cNvPr>
          <p:cNvGrpSpPr/>
          <p:nvPr/>
        </p:nvGrpSpPr>
        <p:grpSpPr>
          <a:xfrm>
            <a:off x="2181000" y="3654001"/>
            <a:ext cx="7163800" cy="2610214"/>
            <a:chOff x="2181000" y="3654001"/>
            <a:chExt cx="7163800" cy="2610214"/>
          </a:xfrm>
        </p:grpSpPr>
        <p:pic>
          <p:nvPicPr>
            <p:cNvPr id="9" name="Picture 8">
              <a:extLst>
                <a:ext uri="{FF2B5EF4-FFF2-40B4-BE49-F238E27FC236}">
                  <a16:creationId xmlns:a16="http://schemas.microsoft.com/office/drawing/2014/main" id="{02A32C30-1D6C-BAAB-C2FB-29C125DC0BAF}"/>
                </a:ext>
              </a:extLst>
            </p:cNvPr>
            <p:cNvPicPr>
              <a:picLocks noChangeAspect="1"/>
            </p:cNvPicPr>
            <p:nvPr/>
          </p:nvPicPr>
          <p:blipFill>
            <a:blip r:embed="rId4"/>
            <a:stretch>
              <a:fillRect/>
            </a:stretch>
          </p:blipFill>
          <p:spPr>
            <a:xfrm>
              <a:off x="2181000" y="3654001"/>
              <a:ext cx="7163800" cy="2610214"/>
            </a:xfrm>
            <a:prstGeom prst="rect">
              <a:avLst/>
            </a:prstGeom>
          </p:spPr>
        </p:pic>
        <p:sp>
          <p:nvSpPr>
            <p:cNvPr id="2" name="Rectangle 1">
              <a:extLst>
                <a:ext uri="{FF2B5EF4-FFF2-40B4-BE49-F238E27FC236}">
                  <a16:creationId xmlns:a16="http://schemas.microsoft.com/office/drawing/2014/main" id="{F54D9633-B153-4A61-1F77-A1DF3E82A6BF}"/>
                </a:ext>
              </a:extLst>
            </p:cNvPr>
            <p:cNvSpPr/>
            <p:nvPr/>
          </p:nvSpPr>
          <p:spPr>
            <a:xfrm>
              <a:off x="2271000" y="4014000"/>
              <a:ext cx="3330000" cy="315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1"/>
                  </a:solidFill>
                </a:rPr>
                <a:t>Distanz zwischen 2 Instanzen</a:t>
              </a:r>
            </a:p>
          </p:txBody>
        </p:sp>
        <p:sp>
          <p:nvSpPr>
            <p:cNvPr id="3" name="Rectangle 2">
              <a:extLst>
                <a:ext uri="{FF2B5EF4-FFF2-40B4-BE49-F238E27FC236}">
                  <a16:creationId xmlns:a16="http://schemas.microsoft.com/office/drawing/2014/main" id="{53FADFFD-9150-D98D-E433-EA6B23BE09AA}"/>
                </a:ext>
              </a:extLst>
            </p:cNvPr>
            <p:cNvSpPr/>
            <p:nvPr/>
          </p:nvSpPr>
          <p:spPr>
            <a:xfrm>
              <a:off x="5466000" y="3720571"/>
              <a:ext cx="3780000" cy="315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1"/>
                  </a:solidFill>
                </a:rPr>
                <a:t>Größten gemeinsamen Teiler</a:t>
              </a:r>
              <a:endParaRPr lang="de-DE" dirty="0"/>
            </a:p>
          </p:txBody>
        </p:sp>
      </p:grpSp>
    </p:spTree>
    <p:extLst>
      <p:ext uri="{BB962C8B-B14F-4D97-AF65-F5344CB8AC3E}">
        <p14:creationId xmlns:p14="http://schemas.microsoft.com/office/powerpoint/2010/main" val="3295615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858879-BEF9-865E-6CA3-8BB6E3703B64}"/>
              </a:ext>
            </a:extLst>
          </p:cNvPr>
          <p:cNvSpPr txBox="1"/>
          <p:nvPr/>
        </p:nvSpPr>
        <p:spPr>
          <a:xfrm>
            <a:off x="1686000" y="729000"/>
            <a:ext cx="9302360" cy="2585323"/>
          </a:xfrm>
          <a:prstGeom prst="rect">
            <a:avLst/>
          </a:prstGeom>
          <a:noFill/>
        </p:spPr>
        <p:txBody>
          <a:bodyPr wrap="square">
            <a:spAutoFit/>
          </a:bodyPr>
          <a:lstStyle/>
          <a:p>
            <a:r>
              <a:rPr lang="de-DE" dirty="0"/>
              <a:t>KQOWEFVJPUJUUNUKGLMEKJINMWUXFQMKJBGWRLFNFGHUDWUUMBSVLPSNCMUEKQCTESWREEKOYSSIWCTUAXYOTAPXPLWPNTCGOJBGFQHTDWXIZAYGFFNSXCSEYNCTSSPNTUINYTGGWZGRWUUNEJUUQEAPYMEKQHUIDUXFPGUYTSMTFFSH</a:t>
            </a:r>
            <a:r>
              <a:rPr lang="de-DE" dirty="0">
                <a:solidFill>
                  <a:srgbClr val="FF0000"/>
                </a:solidFill>
              </a:rPr>
              <a:t>NUOCZGM</a:t>
            </a:r>
            <a:r>
              <a:rPr lang="de-DE" dirty="0"/>
              <a:t>RUWEYTRGKMEEDCTVRECFBDJQCUSWVBPNLGOYLSKMTEFVJJTWWMFMWPNMEMTMHRSPXFSSKFFST</a:t>
            </a:r>
            <a:r>
              <a:rPr lang="de-DE" dirty="0">
                <a:solidFill>
                  <a:srgbClr val="FF0000"/>
                </a:solidFill>
              </a:rPr>
              <a:t>NUOCZGM</a:t>
            </a:r>
            <a:r>
              <a:rPr lang="de-DE" dirty="0"/>
              <a:t>DOEOYEEKCPIRGPMURSKHFRSEIUEVGOYCWXIZAYGOSAANYDOEOYJLWUNHAMEBFELXYVLWNOIJNSIOFRWUCCESWKVIDGMUCGOCRUWGNMAAFFVNSTUDEKQHCEUCPFCMPVSUDGAVEMNYMAMVLFMAOYFNTQCUAFVFJNXKLNEIWCWODCCULWRIFTWGMUSWOVMATNYBUHTCOCWFYTNMGYTQMKBBNLGFBTWOJFTWGNTEJKNEEDCLDHWTYYIDGMVRDGMPLSWGJLAGOEEKJOFEKUYTAANYTDWIYBNLNYNPWEBFNLFYNAJEBFR</a:t>
            </a:r>
          </a:p>
        </p:txBody>
      </p:sp>
      <p:sp>
        <p:nvSpPr>
          <p:cNvPr id="7" name="TextBox 6">
            <a:extLst>
              <a:ext uri="{FF2B5EF4-FFF2-40B4-BE49-F238E27FC236}">
                <a16:creationId xmlns:a16="http://schemas.microsoft.com/office/drawing/2014/main" id="{8BFDABDA-3D6D-877A-27EC-4EA57D4984C2}"/>
              </a:ext>
            </a:extLst>
          </p:cNvPr>
          <p:cNvSpPr txBox="1"/>
          <p:nvPr/>
        </p:nvSpPr>
        <p:spPr>
          <a:xfrm>
            <a:off x="125047" y="3654000"/>
            <a:ext cx="12060000" cy="369332"/>
          </a:xfrm>
          <a:prstGeom prst="rect">
            <a:avLst/>
          </a:prstGeom>
          <a:noFill/>
        </p:spPr>
        <p:txBody>
          <a:bodyPr wrap="square">
            <a:spAutoFit/>
          </a:bodyPr>
          <a:lstStyle/>
          <a:p>
            <a:r>
              <a:rPr lang="de-DE" b="1" dirty="0">
                <a:solidFill>
                  <a:srgbClr val="FF0000"/>
                </a:solidFill>
              </a:rPr>
              <a:t>NUOCZGM</a:t>
            </a:r>
            <a:r>
              <a:rPr lang="de-DE" b="1" dirty="0"/>
              <a:t>RUWEYTRGKMEEDCTVRECFBDJQCUSWVBPNLGOYLSKMTEFVJJTWWMFMWPNMEMTMHRSPXFSSKFFST</a:t>
            </a:r>
            <a:r>
              <a:rPr lang="de-DE" dirty="0">
                <a:solidFill>
                  <a:srgbClr val="FF0000"/>
                </a:solidFill>
              </a:rPr>
              <a:t>NUOCZGM</a:t>
            </a:r>
          </a:p>
        </p:txBody>
      </p:sp>
      <p:sp>
        <p:nvSpPr>
          <p:cNvPr id="8" name="Left Brace 7">
            <a:extLst>
              <a:ext uri="{FF2B5EF4-FFF2-40B4-BE49-F238E27FC236}">
                <a16:creationId xmlns:a16="http://schemas.microsoft.com/office/drawing/2014/main" id="{4D883CC7-D613-68EE-EE6E-4732AD196BB1}"/>
              </a:ext>
            </a:extLst>
          </p:cNvPr>
          <p:cNvSpPr/>
          <p:nvPr/>
        </p:nvSpPr>
        <p:spPr>
          <a:xfrm rot="16200000">
            <a:off x="5413212" y="-1205731"/>
            <a:ext cx="356527" cy="1078095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 name="TextBox 8">
            <a:extLst>
              <a:ext uri="{FF2B5EF4-FFF2-40B4-BE49-F238E27FC236}">
                <a16:creationId xmlns:a16="http://schemas.microsoft.com/office/drawing/2014/main" id="{2A4E8045-D84E-8587-6928-A8491BB67489}"/>
              </a:ext>
            </a:extLst>
          </p:cNvPr>
          <p:cNvSpPr txBox="1"/>
          <p:nvPr/>
        </p:nvSpPr>
        <p:spPr>
          <a:xfrm>
            <a:off x="5151000" y="4375813"/>
            <a:ext cx="881973" cy="369332"/>
          </a:xfrm>
          <a:prstGeom prst="rect">
            <a:avLst/>
          </a:prstGeom>
          <a:noFill/>
        </p:spPr>
        <p:txBody>
          <a:bodyPr wrap="none" rtlCol="0">
            <a:spAutoFit/>
          </a:bodyPr>
          <a:lstStyle/>
          <a:p>
            <a:r>
              <a:rPr lang="de-DE" dirty="0"/>
              <a:t>80 </a:t>
            </a:r>
            <a:r>
              <a:rPr lang="de-DE" dirty="0" err="1"/>
              <a:t>char</a:t>
            </a:r>
            <a:endParaRPr lang="de-DE" dirty="0"/>
          </a:p>
        </p:txBody>
      </p:sp>
      <p:sp>
        <p:nvSpPr>
          <p:cNvPr id="11" name="TextBox 10">
            <a:extLst>
              <a:ext uri="{FF2B5EF4-FFF2-40B4-BE49-F238E27FC236}">
                <a16:creationId xmlns:a16="http://schemas.microsoft.com/office/drawing/2014/main" id="{3EEB412B-F9E0-8372-2C17-A61C48118995}"/>
              </a:ext>
            </a:extLst>
          </p:cNvPr>
          <p:cNvSpPr txBox="1"/>
          <p:nvPr/>
        </p:nvSpPr>
        <p:spPr>
          <a:xfrm>
            <a:off x="3058500" y="5068225"/>
            <a:ext cx="6075000" cy="646331"/>
          </a:xfrm>
          <a:prstGeom prst="rect">
            <a:avLst/>
          </a:prstGeom>
          <a:noFill/>
        </p:spPr>
        <p:txBody>
          <a:bodyPr wrap="square">
            <a:spAutoFit/>
          </a:bodyPr>
          <a:lstStyle/>
          <a:p>
            <a:r>
              <a:rPr lang="de-DE" dirty="0">
                <a:solidFill>
                  <a:schemeClr val="accent1"/>
                </a:solidFill>
              </a:rPr>
              <a:t>Die Teiler </a:t>
            </a:r>
            <a:r>
              <a:rPr lang="de-DE" dirty="0"/>
              <a:t>von 80 sind: 1, 2, 4, 5, 8, 10, 16, 20, 40 und 80.</a:t>
            </a:r>
          </a:p>
          <a:p>
            <a:r>
              <a:rPr lang="de-DE" dirty="0"/>
              <a:t>Die mögliche Schlüssellänge kann daher … betragen.</a:t>
            </a:r>
          </a:p>
        </p:txBody>
      </p:sp>
      <p:cxnSp>
        <p:nvCxnSpPr>
          <p:cNvPr id="13" name="Straight Arrow Connector 12">
            <a:extLst>
              <a:ext uri="{FF2B5EF4-FFF2-40B4-BE49-F238E27FC236}">
                <a16:creationId xmlns:a16="http://schemas.microsoft.com/office/drawing/2014/main" id="{2ED23409-B0A8-2703-BE67-C51583965068}"/>
              </a:ext>
            </a:extLst>
          </p:cNvPr>
          <p:cNvCxnSpPr>
            <a:cxnSpLocks/>
            <a:stCxn id="9" idx="2"/>
          </p:cNvCxnSpPr>
          <p:nvPr/>
        </p:nvCxnSpPr>
        <p:spPr>
          <a:xfrm>
            <a:off x="5591987" y="4745145"/>
            <a:ext cx="0" cy="303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A66004B-3287-8DCC-8755-13F62C5BBB32}"/>
              </a:ext>
            </a:extLst>
          </p:cNvPr>
          <p:cNvSpPr txBox="1"/>
          <p:nvPr/>
        </p:nvSpPr>
        <p:spPr>
          <a:xfrm>
            <a:off x="1776000" y="6096606"/>
            <a:ext cx="8954780" cy="646331"/>
          </a:xfrm>
          <a:prstGeom prst="rect">
            <a:avLst/>
          </a:prstGeom>
          <a:noFill/>
        </p:spPr>
        <p:txBody>
          <a:bodyPr wrap="square">
            <a:spAutoFit/>
          </a:bodyPr>
          <a:lstStyle/>
          <a:p>
            <a:r>
              <a:rPr lang="de-DE" dirty="0">
                <a:solidFill>
                  <a:schemeClr val="accent1"/>
                </a:solidFill>
              </a:rPr>
              <a:t>Mit mehreren Beispielen </a:t>
            </a:r>
            <a:r>
              <a:rPr lang="de-DE" dirty="0"/>
              <a:t>bin ich in der Lage, den </a:t>
            </a:r>
            <a:r>
              <a:rPr lang="de-DE" dirty="0">
                <a:solidFill>
                  <a:schemeClr val="accent1"/>
                </a:solidFill>
              </a:rPr>
              <a:t>größten gemeinsamen Teiler </a:t>
            </a:r>
            <a:r>
              <a:rPr lang="de-DE" dirty="0"/>
              <a:t>zu bestimmen und damit die mögliche Schlüssellänge zu finden.</a:t>
            </a:r>
          </a:p>
        </p:txBody>
      </p:sp>
      <p:cxnSp>
        <p:nvCxnSpPr>
          <p:cNvPr id="18" name="Straight Arrow Connector 17">
            <a:extLst>
              <a:ext uri="{FF2B5EF4-FFF2-40B4-BE49-F238E27FC236}">
                <a16:creationId xmlns:a16="http://schemas.microsoft.com/office/drawing/2014/main" id="{B6AC2ECB-12DE-DEC0-8681-DABBA5BC398F}"/>
              </a:ext>
            </a:extLst>
          </p:cNvPr>
          <p:cNvCxnSpPr/>
          <p:nvPr/>
        </p:nvCxnSpPr>
        <p:spPr>
          <a:xfrm>
            <a:off x="5591475" y="5714556"/>
            <a:ext cx="0" cy="324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7F0AFC0A-CF07-00BF-52D4-F115670262D2}"/>
              </a:ext>
            </a:extLst>
          </p:cNvPr>
          <p:cNvPicPr>
            <a:picLocks noChangeAspect="1"/>
          </p:cNvPicPr>
          <p:nvPr/>
        </p:nvPicPr>
        <p:blipFill>
          <a:blip r:embed="rId2"/>
          <a:stretch>
            <a:fillRect/>
          </a:stretch>
        </p:blipFill>
        <p:spPr>
          <a:xfrm>
            <a:off x="8547348" y="4597876"/>
            <a:ext cx="3581710" cy="1307705"/>
          </a:xfrm>
          <a:prstGeom prst="rect">
            <a:avLst/>
          </a:prstGeom>
        </p:spPr>
      </p:pic>
      <p:sp>
        <p:nvSpPr>
          <p:cNvPr id="25" name="Oval 24">
            <a:extLst>
              <a:ext uri="{FF2B5EF4-FFF2-40B4-BE49-F238E27FC236}">
                <a16:creationId xmlns:a16="http://schemas.microsoft.com/office/drawing/2014/main" id="{3975E73A-BA16-A317-BAEF-04051885D1FC}"/>
              </a:ext>
            </a:extLst>
          </p:cNvPr>
          <p:cNvSpPr/>
          <p:nvPr/>
        </p:nvSpPr>
        <p:spPr>
          <a:xfrm>
            <a:off x="200999" y="144000"/>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a:t>
            </a:r>
          </a:p>
        </p:txBody>
      </p:sp>
    </p:spTree>
    <p:extLst>
      <p:ext uri="{BB962C8B-B14F-4D97-AF65-F5344CB8AC3E}">
        <p14:creationId xmlns:p14="http://schemas.microsoft.com/office/powerpoint/2010/main" val="2079223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D402DD-1D9D-6660-5EA0-440C5662933B}"/>
              </a:ext>
            </a:extLst>
          </p:cNvPr>
          <p:cNvSpPr txBox="1"/>
          <p:nvPr/>
        </p:nvSpPr>
        <p:spPr>
          <a:xfrm>
            <a:off x="929414" y="1130309"/>
            <a:ext cx="11025000" cy="646331"/>
          </a:xfrm>
          <a:prstGeom prst="rect">
            <a:avLst/>
          </a:prstGeom>
          <a:noFill/>
        </p:spPr>
        <p:txBody>
          <a:bodyPr wrap="square">
            <a:spAutoFit/>
          </a:bodyPr>
          <a:lstStyle/>
          <a:p>
            <a:r>
              <a:rPr lang="de-DE" dirty="0">
                <a:solidFill>
                  <a:srgbClr val="FF0000"/>
                </a:solidFill>
              </a:rPr>
              <a:t>K</a:t>
            </a:r>
            <a:r>
              <a:rPr lang="de-DE" dirty="0"/>
              <a:t>QOWE</a:t>
            </a:r>
            <a:r>
              <a:rPr lang="de-DE" dirty="0">
                <a:solidFill>
                  <a:srgbClr val="FF0000"/>
                </a:solidFill>
              </a:rPr>
              <a:t>F</a:t>
            </a:r>
            <a:r>
              <a:rPr lang="de-DE" dirty="0"/>
              <a:t>VJPU</a:t>
            </a:r>
            <a:r>
              <a:rPr lang="de-DE" dirty="0">
                <a:solidFill>
                  <a:srgbClr val="FF0000"/>
                </a:solidFill>
              </a:rPr>
              <a:t>J</a:t>
            </a:r>
            <a:r>
              <a:rPr lang="de-DE" dirty="0"/>
              <a:t>UUN</a:t>
            </a:r>
            <a:r>
              <a:rPr lang="de-DE" dirty="0">
                <a:solidFill>
                  <a:srgbClr val="FF0000"/>
                </a:solidFill>
              </a:rPr>
              <a:t>U</a:t>
            </a:r>
            <a:r>
              <a:rPr lang="de-DE" dirty="0"/>
              <a:t>KGLM</a:t>
            </a:r>
            <a:r>
              <a:rPr lang="de-DE" dirty="0">
                <a:solidFill>
                  <a:srgbClr val="FF0000"/>
                </a:solidFill>
              </a:rPr>
              <a:t>E</a:t>
            </a:r>
            <a:r>
              <a:rPr lang="de-DE" dirty="0"/>
              <a:t>KJIN</a:t>
            </a:r>
            <a:r>
              <a:rPr lang="de-DE" dirty="0">
                <a:solidFill>
                  <a:srgbClr val="FF0000"/>
                </a:solidFill>
              </a:rPr>
              <a:t>M</a:t>
            </a:r>
            <a:r>
              <a:rPr lang="de-DE" dirty="0"/>
              <a:t>WUXFQMKJBGWRLFNFGHUDWUUMBSVLPSNCMUEKQCTESWREEKOYSSIWCTUAXY</a:t>
            </a:r>
          </a:p>
          <a:p>
            <a:r>
              <a:rPr lang="de-DE" dirty="0">
                <a:solidFill>
                  <a:srgbClr val="FF0000"/>
                </a:solidFill>
              </a:rPr>
              <a:t>T</a:t>
            </a:r>
            <a:r>
              <a:rPr lang="de-DE" dirty="0"/>
              <a:t> I G ER</a:t>
            </a:r>
            <a:r>
              <a:rPr lang="de-DE" dirty="0">
                <a:solidFill>
                  <a:srgbClr val="FF0000"/>
                </a:solidFill>
              </a:rPr>
              <a:t>T</a:t>
            </a:r>
            <a:r>
              <a:rPr lang="de-DE" dirty="0"/>
              <a:t> IGER</a:t>
            </a:r>
            <a:r>
              <a:rPr lang="de-DE" dirty="0">
                <a:solidFill>
                  <a:srgbClr val="FF0000"/>
                </a:solidFill>
              </a:rPr>
              <a:t>T</a:t>
            </a:r>
            <a:r>
              <a:rPr lang="de-DE" dirty="0"/>
              <a:t>…</a:t>
            </a:r>
          </a:p>
        </p:txBody>
      </p:sp>
      <p:sp>
        <p:nvSpPr>
          <p:cNvPr id="6" name="TextBox 5">
            <a:extLst>
              <a:ext uri="{FF2B5EF4-FFF2-40B4-BE49-F238E27FC236}">
                <a16:creationId xmlns:a16="http://schemas.microsoft.com/office/drawing/2014/main" id="{A3F003ED-3603-AAB8-4355-38419145609F}"/>
              </a:ext>
            </a:extLst>
          </p:cNvPr>
          <p:cNvSpPr txBox="1"/>
          <p:nvPr/>
        </p:nvSpPr>
        <p:spPr>
          <a:xfrm>
            <a:off x="2361000" y="2910669"/>
            <a:ext cx="1029595" cy="646331"/>
          </a:xfrm>
          <a:prstGeom prst="rect">
            <a:avLst/>
          </a:prstGeom>
          <a:noFill/>
        </p:spPr>
        <p:txBody>
          <a:bodyPr wrap="square">
            <a:spAutoFit/>
          </a:bodyPr>
          <a:lstStyle/>
          <a:p>
            <a:r>
              <a:rPr lang="de-DE" dirty="0">
                <a:solidFill>
                  <a:srgbClr val="FF0000"/>
                </a:solidFill>
              </a:rPr>
              <a:t>KFJUEM</a:t>
            </a:r>
          </a:p>
          <a:p>
            <a:r>
              <a:rPr lang="de-DE" dirty="0">
                <a:solidFill>
                  <a:srgbClr val="FF0000"/>
                </a:solidFill>
              </a:rPr>
              <a:t>T</a:t>
            </a:r>
            <a:endParaRPr lang="de-DE" dirty="0"/>
          </a:p>
        </p:txBody>
      </p:sp>
      <p:sp>
        <p:nvSpPr>
          <p:cNvPr id="10" name="TextBox 9">
            <a:extLst>
              <a:ext uri="{FF2B5EF4-FFF2-40B4-BE49-F238E27FC236}">
                <a16:creationId xmlns:a16="http://schemas.microsoft.com/office/drawing/2014/main" id="{6E8F3CC8-D88F-D2FD-5C15-AE82C58A3E6B}"/>
              </a:ext>
            </a:extLst>
          </p:cNvPr>
          <p:cNvSpPr txBox="1"/>
          <p:nvPr/>
        </p:nvSpPr>
        <p:spPr>
          <a:xfrm>
            <a:off x="4251000" y="2633671"/>
            <a:ext cx="6097280" cy="2031325"/>
          </a:xfrm>
          <a:prstGeom prst="rect">
            <a:avLst/>
          </a:prstGeom>
          <a:noFill/>
        </p:spPr>
        <p:txBody>
          <a:bodyPr wrap="square">
            <a:spAutoFit/>
          </a:bodyPr>
          <a:lstStyle/>
          <a:p>
            <a:r>
              <a:rPr lang="de-DE" dirty="0"/>
              <a:t>Die Buchstaben werden mit demselben Buchstaben des Schlüssels verschlüsselt (z. B. T). Daher ist dies nichts anderes als ein </a:t>
            </a:r>
            <a:r>
              <a:rPr lang="de-DE" dirty="0">
                <a:solidFill>
                  <a:schemeClr val="accent1"/>
                </a:solidFill>
              </a:rPr>
              <a:t>Caesar-Verfahren</a:t>
            </a:r>
            <a:r>
              <a:rPr lang="de-DE" dirty="0"/>
              <a:t> für jede Position des Schlüssels.</a:t>
            </a:r>
          </a:p>
          <a:p>
            <a:endParaRPr lang="de-DE" dirty="0"/>
          </a:p>
          <a:p>
            <a:r>
              <a:rPr lang="de-DE" dirty="0"/>
              <a:t>Man kann daher eine </a:t>
            </a:r>
            <a:r>
              <a:rPr lang="de-DE" dirty="0">
                <a:solidFill>
                  <a:schemeClr val="accent1"/>
                </a:solidFill>
              </a:rPr>
              <a:t>Häufigkeitsanalyse</a:t>
            </a:r>
            <a:r>
              <a:rPr lang="de-DE" dirty="0"/>
              <a:t> verwenden, um die entsprechenden Buchstaben und damit den Schlüssel zu bestimmen.</a:t>
            </a:r>
          </a:p>
        </p:txBody>
      </p:sp>
      <p:sp>
        <p:nvSpPr>
          <p:cNvPr id="11" name="Oval 10">
            <a:extLst>
              <a:ext uri="{FF2B5EF4-FFF2-40B4-BE49-F238E27FC236}">
                <a16:creationId xmlns:a16="http://schemas.microsoft.com/office/drawing/2014/main" id="{E7B5AF61-88D1-25D5-6337-C734B4F6E3D8}"/>
              </a:ext>
            </a:extLst>
          </p:cNvPr>
          <p:cNvSpPr/>
          <p:nvPr/>
        </p:nvSpPr>
        <p:spPr>
          <a:xfrm>
            <a:off x="200999" y="144000"/>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a:t>
            </a:r>
          </a:p>
        </p:txBody>
      </p:sp>
    </p:spTree>
    <p:extLst>
      <p:ext uri="{BB962C8B-B14F-4D97-AF65-F5344CB8AC3E}">
        <p14:creationId xmlns:p14="http://schemas.microsoft.com/office/powerpoint/2010/main" val="2600281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74DE-7675-4DA6-55F3-8A6DEBDD0675}"/>
              </a:ext>
            </a:extLst>
          </p:cNvPr>
          <p:cNvSpPr>
            <a:spLocks noGrp="1"/>
          </p:cNvSpPr>
          <p:nvPr>
            <p:ph type="title"/>
          </p:nvPr>
        </p:nvSpPr>
        <p:spPr/>
        <p:txBody>
          <a:bodyPr/>
          <a:lstStyle/>
          <a:p>
            <a:r>
              <a:rPr lang="de-DE" dirty="0"/>
              <a:t>Zusammenfassung</a:t>
            </a:r>
          </a:p>
        </p:txBody>
      </p:sp>
      <p:graphicFrame>
        <p:nvGraphicFramePr>
          <p:cNvPr id="4" name="Table 3">
            <a:extLst>
              <a:ext uri="{FF2B5EF4-FFF2-40B4-BE49-F238E27FC236}">
                <a16:creationId xmlns:a16="http://schemas.microsoft.com/office/drawing/2014/main" id="{8363153B-5CFA-A059-9321-C72840CDE75A}"/>
              </a:ext>
            </a:extLst>
          </p:cNvPr>
          <p:cNvGraphicFramePr>
            <a:graphicFrameLocks noGrp="1"/>
          </p:cNvGraphicFramePr>
          <p:nvPr>
            <p:extLst>
              <p:ext uri="{D42A27DB-BD31-4B8C-83A1-F6EECF244321}">
                <p14:modId xmlns:p14="http://schemas.microsoft.com/office/powerpoint/2010/main" val="2860580598"/>
              </p:ext>
            </p:extLst>
          </p:nvPr>
        </p:nvGraphicFramePr>
        <p:xfrm>
          <a:off x="921001" y="1764000"/>
          <a:ext cx="7200000" cy="3388360"/>
        </p:xfrm>
        <a:graphic>
          <a:graphicData uri="http://schemas.openxmlformats.org/drawingml/2006/table">
            <a:tbl>
              <a:tblPr firstRow="1" bandRow="1">
                <a:tableStyleId>{5C22544A-7EE6-4342-B048-85BDC9FD1C3A}</a:tableStyleId>
              </a:tblPr>
              <a:tblGrid>
                <a:gridCol w="1934999">
                  <a:extLst>
                    <a:ext uri="{9D8B030D-6E8A-4147-A177-3AD203B41FA5}">
                      <a16:colId xmlns:a16="http://schemas.microsoft.com/office/drawing/2014/main" val="888686864"/>
                    </a:ext>
                  </a:extLst>
                </a:gridCol>
                <a:gridCol w="1080000">
                  <a:extLst>
                    <a:ext uri="{9D8B030D-6E8A-4147-A177-3AD203B41FA5}">
                      <a16:colId xmlns:a16="http://schemas.microsoft.com/office/drawing/2014/main" val="1414062131"/>
                    </a:ext>
                  </a:extLst>
                </a:gridCol>
                <a:gridCol w="2846803">
                  <a:extLst>
                    <a:ext uri="{9D8B030D-6E8A-4147-A177-3AD203B41FA5}">
                      <a16:colId xmlns:a16="http://schemas.microsoft.com/office/drawing/2014/main" val="4216736720"/>
                    </a:ext>
                  </a:extLst>
                </a:gridCol>
                <a:gridCol w="1338198">
                  <a:extLst>
                    <a:ext uri="{9D8B030D-6E8A-4147-A177-3AD203B41FA5}">
                      <a16:colId xmlns:a16="http://schemas.microsoft.com/office/drawing/2014/main" val="3675007576"/>
                    </a:ext>
                  </a:extLst>
                </a:gridCol>
              </a:tblGrid>
              <a:tr h="370840">
                <a:tc>
                  <a:txBody>
                    <a:bodyPr/>
                    <a:lstStyle/>
                    <a:p>
                      <a:r>
                        <a:rPr lang="de-DE" sz="1200" dirty="0"/>
                        <a:t>Methode</a:t>
                      </a:r>
                    </a:p>
                  </a:txBody>
                  <a:tcPr/>
                </a:tc>
                <a:tc>
                  <a:txBody>
                    <a:bodyPr/>
                    <a:lstStyle/>
                    <a:p>
                      <a:r>
                        <a:rPr lang="de-DE" sz="1200" dirty="0"/>
                        <a:t>Beispiel</a:t>
                      </a:r>
                    </a:p>
                  </a:txBody>
                  <a:tcPr/>
                </a:tc>
                <a:tc>
                  <a:txBody>
                    <a:bodyPr/>
                    <a:lstStyle/>
                    <a:p>
                      <a:r>
                        <a:rPr lang="de-DE" sz="1200" dirty="0"/>
                        <a:t>Was ist das</a:t>
                      </a:r>
                    </a:p>
                  </a:txBody>
                  <a:tcPr/>
                </a:tc>
                <a:tc>
                  <a:txBody>
                    <a:bodyPr/>
                    <a:lstStyle/>
                    <a:p>
                      <a:r>
                        <a:rPr lang="de-DE" sz="1200" dirty="0"/>
                        <a:t>Bemerkung</a:t>
                      </a:r>
                    </a:p>
                  </a:txBody>
                  <a:tcPr/>
                </a:tc>
                <a:extLst>
                  <a:ext uri="{0D108BD9-81ED-4DB2-BD59-A6C34878D82A}">
                    <a16:rowId xmlns:a16="http://schemas.microsoft.com/office/drawing/2014/main" val="2742014264"/>
                  </a:ext>
                </a:extLst>
              </a:tr>
              <a:tr h="370840">
                <a:tc>
                  <a:txBody>
                    <a:bodyPr/>
                    <a:lstStyle/>
                    <a:p>
                      <a:r>
                        <a:rPr lang="de-DE" sz="1200" dirty="0"/>
                        <a:t>Transposition</a:t>
                      </a:r>
                    </a:p>
                  </a:txBody>
                  <a:tcPr anchor="ctr"/>
                </a:tc>
                <a:tc>
                  <a:txBody>
                    <a:bodyPr/>
                    <a:lstStyle/>
                    <a:p>
                      <a:r>
                        <a:rPr lang="de-DE" sz="1200" dirty="0" err="1"/>
                        <a:t>Skytal</a:t>
                      </a:r>
                      <a:r>
                        <a:rPr lang="de-DE" sz="1200" dirty="0"/>
                        <a:t>, Gartenzaun</a:t>
                      </a:r>
                    </a:p>
                  </a:txBody>
                  <a:tcPr/>
                </a:tc>
                <a:tc>
                  <a:txBody>
                    <a:bodyPr/>
                    <a:lstStyle/>
                    <a:p>
                      <a:r>
                        <a:rPr lang="de-DE" sz="1200" dirty="0"/>
                        <a:t>Bei der Verschlüsselung der Transposition wird die </a:t>
                      </a:r>
                      <a:r>
                        <a:rPr lang="de-DE" sz="1200" b="1" dirty="0"/>
                        <a:t>Reihenfolge</a:t>
                      </a:r>
                      <a:r>
                        <a:rPr lang="de-DE" sz="1200" dirty="0"/>
                        <a:t> der Buchstaben im Klartext verändert. </a:t>
                      </a:r>
                    </a:p>
                  </a:txBody>
                  <a:tcPr/>
                </a:tc>
                <a:tc>
                  <a:txBody>
                    <a:bodyPr/>
                    <a:lstStyle/>
                    <a:p>
                      <a:r>
                        <a:rPr lang="de-DE" sz="1200" dirty="0"/>
                        <a:t>ABBA -&gt; BAAB</a:t>
                      </a:r>
                    </a:p>
                  </a:txBody>
                  <a:tcPr/>
                </a:tc>
                <a:extLst>
                  <a:ext uri="{0D108BD9-81ED-4DB2-BD59-A6C34878D82A}">
                    <a16:rowId xmlns:a16="http://schemas.microsoft.com/office/drawing/2014/main" val="292882405"/>
                  </a:ext>
                </a:extLst>
              </a:tr>
              <a:tr h="370840">
                <a:tc>
                  <a:txBody>
                    <a:bodyPr/>
                    <a:lstStyle/>
                    <a:p>
                      <a:r>
                        <a:rPr lang="de-DE" sz="1200" dirty="0"/>
                        <a:t>Substitution</a:t>
                      </a:r>
                    </a:p>
                  </a:txBody>
                  <a:tcPr anchor="ctr"/>
                </a:tc>
                <a:tc>
                  <a:txBody>
                    <a:bodyPr/>
                    <a:lstStyle/>
                    <a:p>
                      <a:endParaRPr lang="de-DE"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Bei der Verschlüsselung durch Substitution werden Buchstaben durch andere Buchstaben ersetzt.</a:t>
                      </a:r>
                    </a:p>
                  </a:txBody>
                  <a:tcPr/>
                </a:tc>
                <a:tc>
                  <a:txBody>
                    <a:bodyPr/>
                    <a:lstStyle/>
                    <a:p>
                      <a:endParaRPr lang="de-DE" sz="1200" dirty="0"/>
                    </a:p>
                  </a:txBody>
                  <a:tcPr/>
                </a:tc>
                <a:extLst>
                  <a:ext uri="{0D108BD9-81ED-4DB2-BD59-A6C34878D82A}">
                    <a16:rowId xmlns:a16="http://schemas.microsoft.com/office/drawing/2014/main" val="516783167"/>
                  </a:ext>
                </a:extLst>
              </a:tr>
              <a:tr h="370840">
                <a:tc>
                  <a:txBody>
                    <a:bodyPr/>
                    <a:lstStyle/>
                    <a:p>
                      <a:pPr marL="0" lvl="0" indent="0">
                        <a:buFont typeface="Wingdings" panose="05000000000000000000" pitchFamily="2" charset="2"/>
                        <a:buNone/>
                      </a:pPr>
                      <a:r>
                        <a:rPr lang="de-DE" sz="1200" dirty="0">
                          <a:solidFill>
                            <a:schemeClr val="tx1"/>
                          </a:solidFill>
                        </a:rPr>
                        <a:t>-&gt; Monoalphabetischer</a:t>
                      </a:r>
                    </a:p>
                  </a:txBody>
                  <a:tcPr anchor="ctr"/>
                </a:tc>
                <a:tc>
                  <a:txBody>
                    <a:bodyPr/>
                    <a:lstStyle/>
                    <a:p>
                      <a:r>
                        <a:rPr lang="de-DE" sz="1200" dirty="0" err="1"/>
                        <a:t>Ceasar</a:t>
                      </a:r>
                      <a:endParaRPr lang="de-DE" sz="1200" dirty="0"/>
                    </a:p>
                  </a:txBody>
                  <a:tcPr/>
                </a:tc>
                <a:tc>
                  <a:txBody>
                    <a:bodyPr/>
                    <a:lstStyle/>
                    <a:p>
                      <a:r>
                        <a:rPr lang="de-DE" sz="1200" dirty="0"/>
                        <a:t>Jede Buchstabe des Klartexts wird immer durch denselben festen Buchstaben ersetzt.</a:t>
                      </a:r>
                    </a:p>
                  </a:txBody>
                  <a:tcPr/>
                </a:tc>
                <a:tc>
                  <a:txBody>
                    <a:bodyPr/>
                    <a:lstStyle/>
                    <a:p>
                      <a:r>
                        <a:rPr lang="de-DE" sz="1200" dirty="0"/>
                        <a:t>A -&gt; B</a:t>
                      </a:r>
                    </a:p>
                  </a:txBody>
                  <a:tcPr/>
                </a:tc>
                <a:extLst>
                  <a:ext uri="{0D108BD9-81ED-4DB2-BD59-A6C34878D82A}">
                    <a16:rowId xmlns:a16="http://schemas.microsoft.com/office/drawing/2014/main" val="3577546150"/>
                  </a:ext>
                </a:extLst>
              </a:tr>
              <a:tr h="370840">
                <a:tc>
                  <a:txBody>
                    <a:bodyPr/>
                    <a:lstStyle/>
                    <a:p>
                      <a:pPr lvl="0"/>
                      <a:r>
                        <a:rPr lang="de-DE" sz="1200" dirty="0">
                          <a:solidFill>
                            <a:schemeClr val="tx1"/>
                          </a:solidFill>
                          <a:sym typeface="Wingdings" panose="05000000000000000000" pitchFamily="2" charset="2"/>
                        </a:rPr>
                        <a:t>-&gt; -&gt; </a:t>
                      </a:r>
                      <a:r>
                        <a:rPr lang="de-DE" sz="1200" dirty="0">
                          <a:solidFill>
                            <a:schemeClr val="tx1"/>
                          </a:solidFill>
                        </a:rPr>
                        <a:t>Homophone</a:t>
                      </a:r>
                    </a:p>
                  </a:txBody>
                  <a:tcPr anchor="ctr"/>
                </a:tc>
                <a:tc>
                  <a:txBody>
                    <a:bodyPr/>
                    <a:lstStyle/>
                    <a:p>
                      <a:endParaRPr lang="de-DE" sz="1200" dirty="0"/>
                    </a:p>
                  </a:txBody>
                  <a:tcPr/>
                </a:tc>
                <a:tc>
                  <a:txBody>
                    <a:bodyPr/>
                    <a:lstStyle/>
                    <a:p>
                      <a:r>
                        <a:rPr lang="de-DE" sz="1200" dirty="0"/>
                        <a:t>Ein Buchstabe des Klartexts kann durch mehrere mögliche Zeichen ersetzt werden.</a:t>
                      </a:r>
                    </a:p>
                  </a:txBody>
                  <a:tcPr/>
                </a:tc>
                <a:tc>
                  <a:txBody>
                    <a:bodyPr/>
                    <a:lstStyle/>
                    <a:p>
                      <a:r>
                        <a:rPr lang="de-DE" sz="1200" dirty="0"/>
                        <a:t>A -&gt; {B, @, &amp;}</a:t>
                      </a:r>
                    </a:p>
                  </a:txBody>
                  <a:tcPr/>
                </a:tc>
                <a:extLst>
                  <a:ext uri="{0D108BD9-81ED-4DB2-BD59-A6C34878D82A}">
                    <a16:rowId xmlns:a16="http://schemas.microsoft.com/office/drawing/2014/main" val="4136562485"/>
                  </a:ext>
                </a:extLst>
              </a:tr>
              <a:tr h="370840">
                <a:tc>
                  <a:txBody>
                    <a:bodyPr/>
                    <a:lstStyle/>
                    <a:p>
                      <a:pPr lvl="0"/>
                      <a:r>
                        <a:rPr lang="de-DE" sz="1200" dirty="0">
                          <a:solidFill>
                            <a:schemeClr val="tx1"/>
                          </a:solidFill>
                        </a:rPr>
                        <a:t>-&gt; Polyalphabetischer </a:t>
                      </a:r>
                    </a:p>
                  </a:txBody>
                  <a:tcPr anchor="ctr"/>
                </a:tc>
                <a:tc>
                  <a:txBody>
                    <a:bodyPr/>
                    <a:lstStyle/>
                    <a:p>
                      <a:r>
                        <a:rPr lang="de-DE" sz="1200" dirty="0" err="1"/>
                        <a:t>Vigenère</a:t>
                      </a:r>
                      <a:endParaRPr lang="de-DE" sz="1200" dirty="0"/>
                    </a:p>
                  </a:txBody>
                  <a:tcPr/>
                </a:tc>
                <a:tc>
                  <a:txBody>
                    <a:bodyPr/>
                    <a:lstStyle/>
                    <a:p>
                      <a:r>
                        <a:rPr lang="de-DE" sz="1200" dirty="0"/>
                        <a:t>Ein Buchstabe des Klartexts je nach Position wird durch unterschiedliche Buchstaben ersetzt.</a:t>
                      </a:r>
                    </a:p>
                  </a:txBody>
                  <a:tcPr/>
                </a:tc>
                <a:tc>
                  <a:txBody>
                    <a:bodyPr/>
                    <a:lstStyle/>
                    <a:p>
                      <a:r>
                        <a:rPr lang="de-DE" sz="1200" dirty="0"/>
                        <a:t>A -&gt; B</a:t>
                      </a:r>
                    </a:p>
                    <a:p>
                      <a:r>
                        <a:rPr lang="de-DE" sz="1200" dirty="0"/>
                        <a:t>X -&gt; B</a:t>
                      </a:r>
                    </a:p>
                  </a:txBody>
                  <a:tcPr/>
                </a:tc>
                <a:extLst>
                  <a:ext uri="{0D108BD9-81ED-4DB2-BD59-A6C34878D82A}">
                    <a16:rowId xmlns:a16="http://schemas.microsoft.com/office/drawing/2014/main" val="2587452828"/>
                  </a:ext>
                </a:extLst>
              </a:tr>
            </a:tbl>
          </a:graphicData>
        </a:graphic>
      </p:graphicFrame>
      <p:sp>
        <p:nvSpPr>
          <p:cNvPr id="11" name="TextBox 10">
            <a:extLst>
              <a:ext uri="{FF2B5EF4-FFF2-40B4-BE49-F238E27FC236}">
                <a16:creationId xmlns:a16="http://schemas.microsoft.com/office/drawing/2014/main" id="{B66BCC15-3366-1483-DD63-90C05231DB5D}"/>
              </a:ext>
            </a:extLst>
          </p:cNvPr>
          <p:cNvSpPr txBox="1"/>
          <p:nvPr/>
        </p:nvSpPr>
        <p:spPr>
          <a:xfrm>
            <a:off x="8749522" y="2860667"/>
            <a:ext cx="3224990" cy="461665"/>
          </a:xfrm>
          <a:prstGeom prst="rect">
            <a:avLst/>
          </a:prstGeom>
          <a:noFill/>
          <a:ln>
            <a:solidFill>
              <a:srgbClr val="FF0000"/>
            </a:solidFill>
          </a:ln>
        </p:spPr>
        <p:txBody>
          <a:bodyPr wrap="square">
            <a:spAutoFit/>
          </a:bodyPr>
          <a:lstStyle/>
          <a:p>
            <a:r>
              <a:rPr lang="de-DE" sz="1200" dirty="0"/>
              <a:t>Diese Verfahren sind besonders anfällig für Angriffe mittels Häufigkeitsanalyse.</a:t>
            </a:r>
          </a:p>
        </p:txBody>
      </p:sp>
      <p:sp>
        <p:nvSpPr>
          <p:cNvPr id="13" name="Right Brace 12">
            <a:extLst>
              <a:ext uri="{FF2B5EF4-FFF2-40B4-BE49-F238E27FC236}">
                <a16:creationId xmlns:a16="http://schemas.microsoft.com/office/drawing/2014/main" id="{38D3B317-7BB5-A0C1-C2C4-FF1F1521AC83}"/>
              </a:ext>
            </a:extLst>
          </p:cNvPr>
          <p:cNvSpPr/>
          <p:nvPr/>
        </p:nvSpPr>
        <p:spPr>
          <a:xfrm>
            <a:off x="8256000" y="2124000"/>
            <a:ext cx="360000" cy="1935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3575213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1892</Words>
  <Application>Microsoft Office PowerPoint</Application>
  <PresentationFormat>Widescreen</PresentationFormat>
  <Paragraphs>111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LMRoman10-Regular</vt:lpstr>
      <vt:lpstr>Wingdings</vt:lpstr>
      <vt:lpstr>Office Theme</vt:lpstr>
      <vt:lpstr>Kryptologie</vt:lpstr>
      <vt:lpstr>UBV-76</vt:lpstr>
      <vt:lpstr>Einführung und Begriffe</vt:lpstr>
      <vt:lpstr>Verschlüsselung durch Transposition</vt:lpstr>
      <vt:lpstr>Aufgaben </vt:lpstr>
      <vt:lpstr>Gartenzaun-Methode</vt:lpstr>
      <vt:lpstr>Aufgaben</vt:lpstr>
      <vt:lpstr>Verschlüsselung durch Substitution</vt:lpstr>
      <vt:lpstr>Caesar-Verschlüsselung</vt:lpstr>
      <vt:lpstr>Jetzt bist du dran</vt:lpstr>
      <vt:lpstr>Schwächen von monoalphabetischen Krypto Systemen</vt:lpstr>
      <vt:lpstr>Schwächen (fort.)</vt:lpstr>
      <vt:lpstr>Jetzt bist du dran</vt:lpstr>
      <vt:lpstr>PowerPoint Presentation</vt:lpstr>
      <vt:lpstr>Homophone Substitution</vt:lpstr>
      <vt:lpstr>Die Vigenère-Verschlüsselung</vt:lpstr>
      <vt:lpstr>Beispiel</vt:lpstr>
      <vt:lpstr>Jetzt bist du dran</vt:lpstr>
      <vt:lpstr>Vigenère geknackt</vt:lpstr>
      <vt:lpstr>PowerPoint Presentation</vt:lpstr>
      <vt:lpstr>PowerPoint Presentation</vt:lpstr>
      <vt:lpstr>PowerPoint Presentation</vt:lpstr>
      <vt:lpstr>Zusammenfassung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Ludovic Sauthier (KSL)</dc:creator>
  <cp:lastModifiedBy>Ludovic Sauthier (KSL)</cp:lastModifiedBy>
  <cp:revision>31</cp:revision>
  <dcterms:created xsi:type="dcterms:W3CDTF">2026-01-19T07:01:01Z</dcterms:created>
  <dcterms:modified xsi:type="dcterms:W3CDTF">2026-03-26T07:40:04Z</dcterms:modified>
</cp:coreProperties>
</file>